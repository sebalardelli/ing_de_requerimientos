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636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14C291-D31B-496F-A267-5CF49EFCE30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621CA52-4B91-41FB-BA1B-98C55DCD5C80}">
      <dgm:prSet/>
      <dgm:spPr/>
      <dgm:t>
        <a:bodyPr/>
        <a:lstStyle/>
        <a:p>
          <a:pPr>
            <a:defRPr cap="all"/>
          </a:pPr>
          <a:r>
            <a:rPr lang="en-US"/>
            <a:t>- Presentar encuadre general de la asignatura</a:t>
          </a:r>
        </a:p>
      </dgm:t>
    </dgm:pt>
    <dgm:pt modelId="{3925EF2B-0633-4923-8955-3A294A609C35}" type="parTrans" cxnId="{FEC1465D-BD41-4371-9149-EC4C77D7E197}">
      <dgm:prSet/>
      <dgm:spPr/>
      <dgm:t>
        <a:bodyPr/>
        <a:lstStyle/>
        <a:p>
          <a:endParaRPr lang="en-US"/>
        </a:p>
      </dgm:t>
    </dgm:pt>
    <dgm:pt modelId="{CF5B7D5B-3EAE-409D-B7E1-B96CC27FA55A}" type="sibTrans" cxnId="{FEC1465D-BD41-4371-9149-EC4C77D7E197}">
      <dgm:prSet/>
      <dgm:spPr/>
      <dgm:t>
        <a:bodyPr/>
        <a:lstStyle/>
        <a:p>
          <a:endParaRPr lang="en-US"/>
        </a:p>
      </dgm:t>
    </dgm:pt>
    <dgm:pt modelId="{9A58E9E9-D13B-4BE8-8975-3246D6718D49}">
      <dgm:prSet/>
      <dgm:spPr/>
      <dgm:t>
        <a:bodyPr/>
        <a:lstStyle/>
        <a:p>
          <a:pPr>
            <a:defRPr cap="all"/>
          </a:pPr>
          <a:r>
            <a:rPr lang="en-US"/>
            <a:t>- Comprender el concepto de software como producto y proceso</a:t>
          </a:r>
        </a:p>
      </dgm:t>
    </dgm:pt>
    <dgm:pt modelId="{D559D01E-422B-4579-B805-8E3C0885044A}" type="parTrans" cxnId="{C5823F27-06F1-4743-8FEB-E9442E2BEA16}">
      <dgm:prSet/>
      <dgm:spPr/>
      <dgm:t>
        <a:bodyPr/>
        <a:lstStyle/>
        <a:p>
          <a:endParaRPr lang="en-US"/>
        </a:p>
      </dgm:t>
    </dgm:pt>
    <dgm:pt modelId="{8C72F34C-6447-4F07-B5F1-FBC74FE0C9F6}" type="sibTrans" cxnId="{C5823F27-06F1-4743-8FEB-E9442E2BEA16}">
      <dgm:prSet/>
      <dgm:spPr/>
      <dgm:t>
        <a:bodyPr/>
        <a:lstStyle/>
        <a:p>
          <a:endParaRPr lang="en-US"/>
        </a:p>
      </dgm:t>
    </dgm:pt>
    <dgm:pt modelId="{1649C436-1BF3-45EC-903F-26C6D461D7BF}">
      <dgm:prSet/>
      <dgm:spPr/>
      <dgm:t>
        <a:bodyPr/>
        <a:lstStyle/>
        <a:p>
          <a:pPr>
            <a:defRPr cap="all"/>
          </a:pPr>
          <a:r>
            <a:rPr lang="en-US"/>
            <a:t>- Identificar características y cualidades del software</a:t>
          </a:r>
        </a:p>
      </dgm:t>
    </dgm:pt>
    <dgm:pt modelId="{A8DA44BF-5AE5-4504-8DFD-F179139EF056}" type="parTrans" cxnId="{067852AF-CDB3-429D-9C8A-339FEFF8E3C8}">
      <dgm:prSet/>
      <dgm:spPr/>
      <dgm:t>
        <a:bodyPr/>
        <a:lstStyle/>
        <a:p>
          <a:endParaRPr lang="en-US"/>
        </a:p>
      </dgm:t>
    </dgm:pt>
    <dgm:pt modelId="{88D78530-80AC-42B5-B4C5-704A6AAFC964}" type="sibTrans" cxnId="{067852AF-CDB3-429D-9C8A-339FEFF8E3C8}">
      <dgm:prSet/>
      <dgm:spPr/>
      <dgm:t>
        <a:bodyPr/>
        <a:lstStyle/>
        <a:p>
          <a:endParaRPr lang="en-US"/>
        </a:p>
      </dgm:t>
    </dgm:pt>
    <dgm:pt modelId="{3D23DA41-5B39-466D-8045-DA51257D128C}">
      <dgm:prSet/>
      <dgm:spPr/>
      <dgm:t>
        <a:bodyPr/>
        <a:lstStyle/>
        <a:p>
          <a:pPr>
            <a:defRPr cap="all"/>
          </a:pPr>
          <a:r>
            <a:rPr lang="en-US"/>
            <a:t>- Reconocer la deseconomía de escala en desarrollo</a:t>
          </a:r>
        </a:p>
      </dgm:t>
    </dgm:pt>
    <dgm:pt modelId="{31F76802-04F0-483D-9BEB-31E4CD7DD913}" type="parTrans" cxnId="{F985433B-C21E-4CFC-843E-848E6098C28F}">
      <dgm:prSet/>
      <dgm:spPr/>
      <dgm:t>
        <a:bodyPr/>
        <a:lstStyle/>
        <a:p>
          <a:endParaRPr lang="en-US"/>
        </a:p>
      </dgm:t>
    </dgm:pt>
    <dgm:pt modelId="{3E2A4035-BDA1-4627-8B30-4CB29E31B07C}" type="sibTrans" cxnId="{F985433B-C21E-4CFC-843E-848E6098C28F}">
      <dgm:prSet/>
      <dgm:spPr/>
      <dgm:t>
        <a:bodyPr/>
        <a:lstStyle/>
        <a:p>
          <a:endParaRPr lang="en-US"/>
        </a:p>
      </dgm:t>
    </dgm:pt>
    <dgm:pt modelId="{E700413C-D7A2-4F1B-8AA7-2C67617B9BFD}">
      <dgm:prSet/>
      <dgm:spPr/>
      <dgm:t>
        <a:bodyPr/>
        <a:lstStyle/>
        <a:p>
          <a:pPr>
            <a:defRPr cap="all"/>
          </a:pPr>
          <a:r>
            <a:rPr lang="en-US"/>
            <a:t>- Introducir el concepto de proceso en ingeniería de software</a:t>
          </a:r>
        </a:p>
      </dgm:t>
    </dgm:pt>
    <dgm:pt modelId="{51C1A2DB-8E59-4F51-A28D-43E8508B5FAF}" type="parTrans" cxnId="{0115A59C-6899-4B9E-A9AF-0842DBDFD57B}">
      <dgm:prSet/>
      <dgm:spPr/>
      <dgm:t>
        <a:bodyPr/>
        <a:lstStyle/>
        <a:p>
          <a:endParaRPr lang="en-US"/>
        </a:p>
      </dgm:t>
    </dgm:pt>
    <dgm:pt modelId="{EF87A3D2-9C19-4F28-ABA7-A8C497DDEA5E}" type="sibTrans" cxnId="{0115A59C-6899-4B9E-A9AF-0842DBDFD57B}">
      <dgm:prSet/>
      <dgm:spPr/>
      <dgm:t>
        <a:bodyPr/>
        <a:lstStyle/>
        <a:p>
          <a:endParaRPr lang="en-US"/>
        </a:p>
      </dgm:t>
    </dgm:pt>
    <dgm:pt modelId="{65D754F9-540F-436B-A039-D30C2C4326D5}" type="pres">
      <dgm:prSet presAssocID="{5614C291-D31B-496F-A267-5CF49EFCE309}" presName="root" presStyleCnt="0">
        <dgm:presLayoutVars>
          <dgm:dir/>
          <dgm:resizeHandles val="exact"/>
        </dgm:presLayoutVars>
      </dgm:prSet>
      <dgm:spPr/>
    </dgm:pt>
    <dgm:pt modelId="{070E0A24-D29C-49C0-A56F-37D7304F6E9C}" type="pres">
      <dgm:prSet presAssocID="{0621CA52-4B91-41FB-BA1B-98C55DCD5C80}" presName="compNode" presStyleCnt="0"/>
      <dgm:spPr/>
    </dgm:pt>
    <dgm:pt modelId="{EEB13DF3-0D22-4133-B7F0-414945CE85D4}" type="pres">
      <dgm:prSet presAssocID="{0621CA52-4B91-41FB-BA1B-98C55DCD5C80}" presName="iconBgRect" presStyleLbl="bgShp" presStyleIdx="0" presStyleCnt="5"/>
      <dgm:spPr/>
    </dgm:pt>
    <dgm:pt modelId="{D9E50771-405D-4B49-BBFA-56495D9C0194}" type="pres">
      <dgm:prSet presAssocID="{0621CA52-4B91-41FB-BA1B-98C55DCD5C8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D894A4C9-0A1D-47A3-899A-663BF9975E75}" type="pres">
      <dgm:prSet presAssocID="{0621CA52-4B91-41FB-BA1B-98C55DCD5C80}" presName="spaceRect" presStyleCnt="0"/>
      <dgm:spPr/>
    </dgm:pt>
    <dgm:pt modelId="{5919FF55-5A1B-4D0B-BDC1-5185B78BE233}" type="pres">
      <dgm:prSet presAssocID="{0621CA52-4B91-41FB-BA1B-98C55DCD5C80}" presName="textRect" presStyleLbl="revTx" presStyleIdx="0" presStyleCnt="5">
        <dgm:presLayoutVars>
          <dgm:chMax val="1"/>
          <dgm:chPref val="1"/>
        </dgm:presLayoutVars>
      </dgm:prSet>
      <dgm:spPr/>
    </dgm:pt>
    <dgm:pt modelId="{16289FC9-C143-4553-88F8-7C0334E38CFE}" type="pres">
      <dgm:prSet presAssocID="{CF5B7D5B-3EAE-409D-B7E1-B96CC27FA55A}" presName="sibTrans" presStyleCnt="0"/>
      <dgm:spPr/>
    </dgm:pt>
    <dgm:pt modelId="{53AFE60B-684B-4B0E-9635-061B3759B93C}" type="pres">
      <dgm:prSet presAssocID="{9A58E9E9-D13B-4BE8-8975-3246D6718D49}" presName="compNode" presStyleCnt="0"/>
      <dgm:spPr/>
    </dgm:pt>
    <dgm:pt modelId="{DDF1D6E0-AA06-4843-9E2F-DA6843B66BF4}" type="pres">
      <dgm:prSet presAssocID="{9A58E9E9-D13B-4BE8-8975-3246D6718D49}" presName="iconBgRect" presStyleLbl="bgShp" presStyleIdx="1" presStyleCnt="5"/>
      <dgm:spPr/>
    </dgm:pt>
    <dgm:pt modelId="{A6420C43-B701-45D8-B92E-047D81E1CF0A}" type="pres">
      <dgm:prSet presAssocID="{9A58E9E9-D13B-4BE8-8975-3246D6718D4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5C00BAB-9F75-44F8-AF33-02F8D44F0AC4}" type="pres">
      <dgm:prSet presAssocID="{9A58E9E9-D13B-4BE8-8975-3246D6718D49}" presName="spaceRect" presStyleCnt="0"/>
      <dgm:spPr/>
    </dgm:pt>
    <dgm:pt modelId="{D6B27E81-1B2D-49FE-B699-F2180D174638}" type="pres">
      <dgm:prSet presAssocID="{9A58E9E9-D13B-4BE8-8975-3246D6718D49}" presName="textRect" presStyleLbl="revTx" presStyleIdx="1" presStyleCnt="5">
        <dgm:presLayoutVars>
          <dgm:chMax val="1"/>
          <dgm:chPref val="1"/>
        </dgm:presLayoutVars>
      </dgm:prSet>
      <dgm:spPr/>
    </dgm:pt>
    <dgm:pt modelId="{5E4ACEB2-54F4-4EC8-8327-69B3B90AC96B}" type="pres">
      <dgm:prSet presAssocID="{8C72F34C-6447-4F07-B5F1-FBC74FE0C9F6}" presName="sibTrans" presStyleCnt="0"/>
      <dgm:spPr/>
    </dgm:pt>
    <dgm:pt modelId="{B3D4CF76-609D-4541-9384-FFB3D3687B8C}" type="pres">
      <dgm:prSet presAssocID="{1649C436-1BF3-45EC-903F-26C6D461D7BF}" presName="compNode" presStyleCnt="0"/>
      <dgm:spPr/>
    </dgm:pt>
    <dgm:pt modelId="{4F625714-D9E4-47D8-A223-D9F95C6EEAA4}" type="pres">
      <dgm:prSet presAssocID="{1649C436-1BF3-45EC-903F-26C6D461D7BF}" presName="iconBgRect" presStyleLbl="bgShp" presStyleIdx="2" presStyleCnt="5"/>
      <dgm:spPr/>
    </dgm:pt>
    <dgm:pt modelId="{726E7DFC-F516-4535-A863-ABB4177A7214}" type="pres">
      <dgm:prSet presAssocID="{1649C436-1BF3-45EC-903F-26C6D461D7B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na"/>
        </a:ext>
      </dgm:extLst>
    </dgm:pt>
    <dgm:pt modelId="{AFF71421-E455-480B-AB14-B569E4C4ACDB}" type="pres">
      <dgm:prSet presAssocID="{1649C436-1BF3-45EC-903F-26C6D461D7BF}" presName="spaceRect" presStyleCnt="0"/>
      <dgm:spPr/>
    </dgm:pt>
    <dgm:pt modelId="{47DDF7BB-7532-4A06-A283-2C6CF655A765}" type="pres">
      <dgm:prSet presAssocID="{1649C436-1BF3-45EC-903F-26C6D461D7BF}" presName="textRect" presStyleLbl="revTx" presStyleIdx="2" presStyleCnt="5">
        <dgm:presLayoutVars>
          <dgm:chMax val="1"/>
          <dgm:chPref val="1"/>
        </dgm:presLayoutVars>
      </dgm:prSet>
      <dgm:spPr/>
    </dgm:pt>
    <dgm:pt modelId="{9D44B32F-B66B-403D-B197-654506F77B50}" type="pres">
      <dgm:prSet presAssocID="{88D78530-80AC-42B5-B4C5-704A6AAFC964}" presName="sibTrans" presStyleCnt="0"/>
      <dgm:spPr/>
    </dgm:pt>
    <dgm:pt modelId="{6C320758-F882-48A1-9CB6-06B7F7C7299D}" type="pres">
      <dgm:prSet presAssocID="{3D23DA41-5B39-466D-8045-DA51257D128C}" presName="compNode" presStyleCnt="0"/>
      <dgm:spPr/>
    </dgm:pt>
    <dgm:pt modelId="{B6A20E03-B3F4-4D24-B82E-EBE830ABA22A}" type="pres">
      <dgm:prSet presAssocID="{3D23DA41-5B39-466D-8045-DA51257D128C}" presName="iconBgRect" presStyleLbl="bgShp" presStyleIdx="3" presStyleCnt="5"/>
      <dgm:spPr/>
    </dgm:pt>
    <dgm:pt modelId="{95477A41-EE30-40D8-AEE1-8DB984A5C3DB}" type="pres">
      <dgm:prSet presAssocID="{3D23DA41-5B39-466D-8045-DA51257D128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A5CFBF96-0E85-4BC9-A636-8C831482DEC3}" type="pres">
      <dgm:prSet presAssocID="{3D23DA41-5B39-466D-8045-DA51257D128C}" presName="spaceRect" presStyleCnt="0"/>
      <dgm:spPr/>
    </dgm:pt>
    <dgm:pt modelId="{8D09A348-C4AA-4AF7-9F24-1ADDB77929E5}" type="pres">
      <dgm:prSet presAssocID="{3D23DA41-5B39-466D-8045-DA51257D128C}" presName="textRect" presStyleLbl="revTx" presStyleIdx="3" presStyleCnt="5">
        <dgm:presLayoutVars>
          <dgm:chMax val="1"/>
          <dgm:chPref val="1"/>
        </dgm:presLayoutVars>
      </dgm:prSet>
      <dgm:spPr/>
    </dgm:pt>
    <dgm:pt modelId="{7F67A8D7-F162-4981-B0D3-761B0328A00A}" type="pres">
      <dgm:prSet presAssocID="{3E2A4035-BDA1-4627-8B30-4CB29E31B07C}" presName="sibTrans" presStyleCnt="0"/>
      <dgm:spPr/>
    </dgm:pt>
    <dgm:pt modelId="{8EAE95A0-482A-430F-AF18-56E52C698FF9}" type="pres">
      <dgm:prSet presAssocID="{E700413C-D7A2-4F1B-8AA7-2C67617B9BFD}" presName="compNode" presStyleCnt="0"/>
      <dgm:spPr/>
    </dgm:pt>
    <dgm:pt modelId="{70456D2F-0E1D-48BC-9CBA-78CC7112BD90}" type="pres">
      <dgm:prSet presAssocID="{E700413C-D7A2-4F1B-8AA7-2C67617B9BFD}" presName="iconBgRect" presStyleLbl="bgShp" presStyleIdx="4" presStyleCnt="5"/>
      <dgm:spPr/>
    </dgm:pt>
    <dgm:pt modelId="{72D69294-3703-418C-83B3-F61E6B55E74F}" type="pres">
      <dgm:prSet presAssocID="{E700413C-D7A2-4F1B-8AA7-2C67617B9BF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FE6B1CCA-4440-4B02-A911-7C26AA24C3A7}" type="pres">
      <dgm:prSet presAssocID="{E700413C-D7A2-4F1B-8AA7-2C67617B9BFD}" presName="spaceRect" presStyleCnt="0"/>
      <dgm:spPr/>
    </dgm:pt>
    <dgm:pt modelId="{66059043-0EBD-40ED-9F29-0C53EF414124}" type="pres">
      <dgm:prSet presAssocID="{E700413C-D7A2-4F1B-8AA7-2C67617B9BF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D384A01-59C0-4BD3-B1BF-98F64D329124}" type="presOf" srcId="{E700413C-D7A2-4F1B-8AA7-2C67617B9BFD}" destId="{66059043-0EBD-40ED-9F29-0C53EF414124}" srcOrd="0" destOrd="0" presId="urn:microsoft.com/office/officeart/2018/5/layout/IconCircleLabelList"/>
    <dgm:cxn modelId="{4BA1EC1C-A36C-4C2A-B877-1499986B6E9F}" type="presOf" srcId="{1649C436-1BF3-45EC-903F-26C6D461D7BF}" destId="{47DDF7BB-7532-4A06-A283-2C6CF655A765}" srcOrd="0" destOrd="0" presId="urn:microsoft.com/office/officeart/2018/5/layout/IconCircleLabelList"/>
    <dgm:cxn modelId="{C5823F27-06F1-4743-8FEB-E9442E2BEA16}" srcId="{5614C291-D31B-496F-A267-5CF49EFCE309}" destId="{9A58E9E9-D13B-4BE8-8975-3246D6718D49}" srcOrd="1" destOrd="0" parTransId="{D559D01E-422B-4579-B805-8E3C0885044A}" sibTransId="{8C72F34C-6447-4F07-B5F1-FBC74FE0C9F6}"/>
    <dgm:cxn modelId="{F985433B-C21E-4CFC-843E-848E6098C28F}" srcId="{5614C291-D31B-496F-A267-5CF49EFCE309}" destId="{3D23DA41-5B39-466D-8045-DA51257D128C}" srcOrd="3" destOrd="0" parTransId="{31F76802-04F0-483D-9BEB-31E4CD7DD913}" sibTransId="{3E2A4035-BDA1-4627-8B30-4CB29E31B07C}"/>
    <dgm:cxn modelId="{FEC1465D-BD41-4371-9149-EC4C77D7E197}" srcId="{5614C291-D31B-496F-A267-5CF49EFCE309}" destId="{0621CA52-4B91-41FB-BA1B-98C55DCD5C80}" srcOrd="0" destOrd="0" parTransId="{3925EF2B-0633-4923-8955-3A294A609C35}" sibTransId="{CF5B7D5B-3EAE-409D-B7E1-B96CC27FA55A}"/>
    <dgm:cxn modelId="{573EB755-7A02-466F-AFC3-292B6111A3D5}" type="presOf" srcId="{0621CA52-4B91-41FB-BA1B-98C55DCD5C80}" destId="{5919FF55-5A1B-4D0B-BDC1-5185B78BE233}" srcOrd="0" destOrd="0" presId="urn:microsoft.com/office/officeart/2018/5/layout/IconCircleLabelList"/>
    <dgm:cxn modelId="{CAC78B84-FD02-4738-B16D-52E6A6F8FFE7}" type="presOf" srcId="{5614C291-D31B-496F-A267-5CF49EFCE309}" destId="{65D754F9-540F-436B-A039-D30C2C4326D5}" srcOrd="0" destOrd="0" presId="urn:microsoft.com/office/officeart/2018/5/layout/IconCircleLabelList"/>
    <dgm:cxn modelId="{0115A59C-6899-4B9E-A9AF-0842DBDFD57B}" srcId="{5614C291-D31B-496F-A267-5CF49EFCE309}" destId="{E700413C-D7A2-4F1B-8AA7-2C67617B9BFD}" srcOrd="4" destOrd="0" parTransId="{51C1A2DB-8E59-4F51-A28D-43E8508B5FAF}" sibTransId="{EF87A3D2-9C19-4F28-ABA7-A8C497DDEA5E}"/>
    <dgm:cxn modelId="{067852AF-CDB3-429D-9C8A-339FEFF8E3C8}" srcId="{5614C291-D31B-496F-A267-5CF49EFCE309}" destId="{1649C436-1BF3-45EC-903F-26C6D461D7BF}" srcOrd="2" destOrd="0" parTransId="{A8DA44BF-5AE5-4504-8DFD-F179139EF056}" sibTransId="{88D78530-80AC-42B5-B4C5-704A6AAFC964}"/>
    <dgm:cxn modelId="{B6C7B0E0-23B6-4C7C-8387-0CDC475096F8}" type="presOf" srcId="{3D23DA41-5B39-466D-8045-DA51257D128C}" destId="{8D09A348-C4AA-4AF7-9F24-1ADDB77929E5}" srcOrd="0" destOrd="0" presId="urn:microsoft.com/office/officeart/2018/5/layout/IconCircleLabelList"/>
    <dgm:cxn modelId="{A47DA8E4-6B66-4BC2-8C15-41133C494461}" type="presOf" srcId="{9A58E9E9-D13B-4BE8-8975-3246D6718D49}" destId="{D6B27E81-1B2D-49FE-B699-F2180D174638}" srcOrd="0" destOrd="0" presId="urn:microsoft.com/office/officeart/2018/5/layout/IconCircleLabelList"/>
    <dgm:cxn modelId="{34F75D02-10DE-4241-AD65-26A3BA5F5B5C}" type="presParOf" srcId="{65D754F9-540F-436B-A039-D30C2C4326D5}" destId="{070E0A24-D29C-49C0-A56F-37D7304F6E9C}" srcOrd="0" destOrd="0" presId="urn:microsoft.com/office/officeart/2018/5/layout/IconCircleLabelList"/>
    <dgm:cxn modelId="{1145FA9D-52FB-43CA-9830-F3F82EE882DF}" type="presParOf" srcId="{070E0A24-D29C-49C0-A56F-37D7304F6E9C}" destId="{EEB13DF3-0D22-4133-B7F0-414945CE85D4}" srcOrd="0" destOrd="0" presId="urn:microsoft.com/office/officeart/2018/5/layout/IconCircleLabelList"/>
    <dgm:cxn modelId="{D8E7D524-4E9E-428A-9E3D-8E542757C969}" type="presParOf" srcId="{070E0A24-D29C-49C0-A56F-37D7304F6E9C}" destId="{D9E50771-405D-4B49-BBFA-56495D9C0194}" srcOrd="1" destOrd="0" presId="urn:microsoft.com/office/officeart/2018/5/layout/IconCircleLabelList"/>
    <dgm:cxn modelId="{3F84048F-AB8D-4AEE-A7F8-AFED607014BE}" type="presParOf" srcId="{070E0A24-D29C-49C0-A56F-37D7304F6E9C}" destId="{D894A4C9-0A1D-47A3-899A-663BF9975E75}" srcOrd="2" destOrd="0" presId="urn:microsoft.com/office/officeart/2018/5/layout/IconCircleLabelList"/>
    <dgm:cxn modelId="{24732BD7-D0EC-48BD-A357-A41823C27841}" type="presParOf" srcId="{070E0A24-D29C-49C0-A56F-37D7304F6E9C}" destId="{5919FF55-5A1B-4D0B-BDC1-5185B78BE233}" srcOrd="3" destOrd="0" presId="urn:microsoft.com/office/officeart/2018/5/layout/IconCircleLabelList"/>
    <dgm:cxn modelId="{F3F82392-C051-4629-875C-47860C1FCDE4}" type="presParOf" srcId="{65D754F9-540F-436B-A039-D30C2C4326D5}" destId="{16289FC9-C143-4553-88F8-7C0334E38CFE}" srcOrd="1" destOrd="0" presId="urn:microsoft.com/office/officeart/2018/5/layout/IconCircleLabelList"/>
    <dgm:cxn modelId="{6D33BCBE-F2BD-4E53-8577-344E6A2900D1}" type="presParOf" srcId="{65D754F9-540F-436B-A039-D30C2C4326D5}" destId="{53AFE60B-684B-4B0E-9635-061B3759B93C}" srcOrd="2" destOrd="0" presId="urn:microsoft.com/office/officeart/2018/5/layout/IconCircleLabelList"/>
    <dgm:cxn modelId="{34BE9B96-4A2F-4751-801C-4A6544724970}" type="presParOf" srcId="{53AFE60B-684B-4B0E-9635-061B3759B93C}" destId="{DDF1D6E0-AA06-4843-9E2F-DA6843B66BF4}" srcOrd="0" destOrd="0" presId="urn:microsoft.com/office/officeart/2018/5/layout/IconCircleLabelList"/>
    <dgm:cxn modelId="{19857746-CBFE-4890-BA78-080E76512091}" type="presParOf" srcId="{53AFE60B-684B-4B0E-9635-061B3759B93C}" destId="{A6420C43-B701-45D8-B92E-047D81E1CF0A}" srcOrd="1" destOrd="0" presId="urn:microsoft.com/office/officeart/2018/5/layout/IconCircleLabelList"/>
    <dgm:cxn modelId="{42651456-69B2-4B27-A918-FBA6CBF0BD9B}" type="presParOf" srcId="{53AFE60B-684B-4B0E-9635-061B3759B93C}" destId="{D5C00BAB-9F75-44F8-AF33-02F8D44F0AC4}" srcOrd="2" destOrd="0" presId="urn:microsoft.com/office/officeart/2018/5/layout/IconCircleLabelList"/>
    <dgm:cxn modelId="{567DF604-EBE9-4832-9871-161BC635C260}" type="presParOf" srcId="{53AFE60B-684B-4B0E-9635-061B3759B93C}" destId="{D6B27E81-1B2D-49FE-B699-F2180D174638}" srcOrd="3" destOrd="0" presId="urn:microsoft.com/office/officeart/2018/5/layout/IconCircleLabelList"/>
    <dgm:cxn modelId="{34282791-8193-4C5E-9E72-44F620BC0D08}" type="presParOf" srcId="{65D754F9-540F-436B-A039-D30C2C4326D5}" destId="{5E4ACEB2-54F4-4EC8-8327-69B3B90AC96B}" srcOrd="3" destOrd="0" presId="urn:microsoft.com/office/officeart/2018/5/layout/IconCircleLabelList"/>
    <dgm:cxn modelId="{128CCD0C-FC98-41A0-9877-AD113B9CA4F5}" type="presParOf" srcId="{65D754F9-540F-436B-A039-D30C2C4326D5}" destId="{B3D4CF76-609D-4541-9384-FFB3D3687B8C}" srcOrd="4" destOrd="0" presId="urn:microsoft.com/office/officeart/2018/5/layout/IconCircleLabelList"/>
    <dgm:cxn modelId="{334623AD-6464-428F-A390-B61FB2E555A7}" type="presParOf" srcId="{B3D4CF76-609D-4541-9384-FFB3D3687B8C}" destId="{4F625714-D9E4-47D8-A223-D9F95C6EEAA4}" srcOrd="0" destOrd="0" presId="urn:microsoft.com/office/officeart/2018/5/layout/IconCircleLabelList"/>
    <dgm:cxn modelId="{AD6D49BC-7CCE-4566-99CC-593FB1CC1112}" type="presParOf" srcId="{B3D4CF76-609D-4541-9384-FFB3D3687B8C}" destId="{726E7DFC-F516-4535-A863-ABB4177A7214}" srcOrd="1" destOrd="0" presId="urn:microsoft.com/office/officeart/2018/5/layout/IconCircleLabelList"/>
    <dgm:cxn modelId="{BE029267-3603-4462-9319-A2014D024451}" type="presParOf" srcId="{B3D4CF76-609D-4541-9384-FFB3D3687B8C}" destId="{AFF71421-E455-480B-AB14-B569E4C4ACDB}" srcOrd="2" destOrd="0" presId="urn:microsoft.com/office/officeart/2018/5/layout/IconCircleLabelList"/>
    <dgm:cxn modelId="{C44EB8CB-74C5-4F4C-AC52-496690C25180}" type="presParOf" srcId="{B3D4CF76-609D-4541-9384-FFB3D3687B8C}" destId="{47DDF7BB-7532-4A06-A283-2C6CF655A765}" srcOrd="3" destOrd="0" presId="urn:microsoft.com/office/officeart/2018/5/layout/IconCircleLabelList"/>
    <dgm:cxn modelId="{F12C1267-D453-40D6-8C46-E6BE47ED8E0F}" type="presParOf" srcId="{65D754F9-540F-436B-A039-D30C2C4326D5}" destId="{9D44B32F-B66B-403D-B197-654506F77B50}" srcOrd="5" destOrd="0" presId="urn:microsoft.com/office/officeart/2018/5/layout/IconCircleLabelList"/>
    <dgm:cxn modelId="{0A3AB77B-3F0F-4318-B6C6-A6DA15AC00D2}" type="presParOf" srcId="{65D754F9-540F-436B-A039-D30C2C4326D5}" destId="{6C320758-F882-48A1-9CB6-06B7F7C7299D}" srcOrd="6" destOrd="0" presId="urn:microsoft.com/office/officeart/2018/5/layout/IconCircleLabelList"/>
    <dgm:cxn modelId="{C074C38A-DA40-4DF5-8D0B-0551808850B8}" type="presParOf" srcId="{6C320758-F882-48A1-9CB6-06B7F7C7299D}" destId="{B6A20E03-B3F4-4D24-B82E-EBE830ABA22A}" srcOrd="0" destOrd="0" presId="urn:microsoft.com/office/officeart/2018/5/layout/IconCircleLabelList"/>
    <dgm:cxn modelId="{D503133E-1E7E-4BAB-A909-ECA9450776D5}" type="presParOf" srcId="{6C320758-F882-48A1-9CB6-06B7F7C7299D}" destId="{95477A41-EE30-40D8-AEE1-8DB984A5C3DB}" srcOrd="1" destOrd="0" presId="urn:microsoft.com/office/officeart/2018/5/layout/IconCircleLabelList"/>
    <dgm:cxn modelId="{7FEB4400-B11A-4A07-8DA9-C316B66B7B67}" type="presParOf" srcId="{6C320758-F882-48A1-9CB6-06B7F7C7299D}" destId="{A5CFBF96-0E85-4BC9-A636-8C831482DEC3}" srcOrd="2" destOrd="0" presId="urn:microsoft.com/office/officeart/2018/5/layout/IconCircleLabelList"/>
    <dgm:cxn modelId="{3661648F-C3CB-4C3B-B8CE-071E104EFEF5}" type="presParOf" srcId="{6C320758-F882-48A1-9CB6-06B7F7C7299D}" destId="{8D09A348-C4AA-4AF7-9F24-1ADDB77929E5}" srcOrd="3" destOrd="0" presId="urn:microsoft.com/office/officeart/2018/5/layout/IconCircleLabelList"/>
    <dgm:cxn modelId="{796732DA-1B8A-43BA-B2D5-6CDAA3138BA3}" type="presParOf" srcId="{65D754F9-540F-436B-A039-D30C2C4326D5}" destId="{7F67A8D7-F162-4981-B0D3-761B0328A00A}" srcOrd="7" destOrd="0" presId="urn:microsoft.com/office/officeart/2018/5/layout/IconCircleLabelList"/>
    <dgm:cxn modelId="{07D098D9-4252-47D4-BCB9-A45BB52AC1E3}" type="presParOf" srcId="{65D754F9-540F-436B-A039-D30C2C4326D5}" destId="{8EAE95A0-482A-430F-AF18-56E52C698FF9}" srcOrd="8" destOrd="0" presId="urn:microsoft.com/office/officeart/2018/5/layout/IconCircleLabelList"/>
    <dgm:cxn modelId="{10124DA8-B4F4-471E-AAD4-857AAF6BE928}" type="presParOf" srcId="{8EAE95A0-482A-430F-AF18-56E52C698FF9}" destId="{70456D2F-0E1D-48BC-9CBA-78CC7112BD90}" srcOrd="0" destOrd="0" presId="urn:microsoft.com/office/officeart/2018/5/layout/IconCircleLabelList"/>
    <dgm:cxn modelId="{262F4B6F-DE64-4C1C-8405-F19D76A033A9}" type="presParOf" srcId="{8EAE95A0-482A-430F-AF18-56E52C698FF9}" destId="{72D69294-3703-418C-83B3-F61E6B55E74F}" srcOrd="1" destOrd="0" presId="urn:microsoft.com/office/officeart/2018/5/layout/IconCircleLabelList"/>
    <dgm:cxn modelId="{5998B544-3A7B-4D4F-91E5-336F709EDCC7}" type="presParOf" srcId="{8EAE95A0-482A-430F-AF18-56E52C698FF9}" destId="{FE6B1CCA-4440-4B02-A911-7C26AA24C3A7}" srcOrd="2" destOrd="0" presId="urn:microsoft.com/office/officeart/2018/5/layout/IconCircleLabelList"/>
    <dgm:cxn modelId="{85BBCF77-68E0-4E23-9DFD-5FDC36F5C21F}" type="presParOf" srcId="{8EAE95A0-482A-430F-AF18-56E52C698FF9}" destId="{66059043-0EBD-40ED-9F29-0C53EF41412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D17BBE-AC48-45E5-B0EB-6B98E17AA7C4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F026F18A-8CF1-4813-AFB0-0413FFFCC74D}">
      <dgm:prSet/>
      <dgm:spPr/>
      <dgm:t>
        <a:bodyPr/>
        <a:lstStyle/>
        <a:p>
          <a:pPr>
            <a:defRPr cap="all"/>
          </a:pPr>
          <a:r>
            <a:rPr lang="en-US"/>
            <a:t>• Producto: resultado final que cumple una función específica</a:t>
          </a:r>
        </a:p>
      </dgm:t>
    </dgm:pt>
    <dgm:pt modelId="{2FF54858-B3FC-47BC-BFE7-56319764D22D}" type="parTrans" cxnId="{135F31F2-9AFC-4DB3-A6EB-1C016F139CB2}">
      <dgm:prSet/>
      <dgm:spPr/>
      <dgm:t>
        <a:bodyPr/>
        <a:lstStyle/>
        <a:p>
          <a:endParaRPr lang="en-US"/>
        </a:p>
      </dgm:t>
    </dgm:pt>
    <dgm:pt modelId="{09B774CB-B47D-426C-A1FF-2ECA07CA4ED3}" type="sibTrans" cxnId="{135F31F2-9AFC-4DB3-A6EB-1C016F139CB2}">
      <dgm:prSet/>
      <dgm:spPr/>
      <dgm:t>
        <a:bodyPr/>
        <a:lstStyle/>
        <a:p>
          <a:endParaRPr lang="en-US"/>
        </a:p>
      </dgm:t>
    </dgm:pt>
    <dgm:pt modelId="{6982F456-AF0F-42F5-9D03-269E8D5C7826}">
      <dgm:prSet/>
      <dgm:spPr/>
      <dgm:t>
        <a:bodyPr/>
        <a:lstStyle/>
        <a:p>
          <a:pPr>
            <a:defRPr cap="all"/>
          </a:pPr>
          <a:r>
            <a:rPr lang="en-US"/>
            <a:t>• Proceso: conjunto de actividades que llevan a su construcción</a:t>
          </a:r>
        </a:p>
      </dgm:t>
    </dgm:pt>
    <dgm:pt modelId="{7866B439-DE36-4EFC-B485-0A74CBAFEEDA}" type="parTrans" cxnId="{39E924F1-D580-44C9-B9F4-4B548F0C1532}">
      <dgm:prSet/>
      <dgm:spPr/>
      <dgm:t>
        <a:bodyPr/>
        <a:lstStyle/>
        <a:p>
          <a:endParaRPr lang="en-US"/>
        </a:p>
      </dgm:t>
    </dgm:pt>
    <dgm:pt modelId="{A4BA2FA7-BE68-4539-86DF-BC0B5F0AFCCF}" type="sibTrans" cxnId="{39E924F1-D580-44C9-B9F4-4B548F0C1532}">
      <dgm:prSet/>
      <dgm:spPr/>
      <dgm:t>
        <a:bodyPr/>
        <a:lstStyle/>
        <a:p>
          <a:endParaRPr lang="en-US"/>
        </a:p>
      </dgm:t>
    </dgm:pt>
    <dgm:pt modelId="{FE3DD921-8145-408C-98F7-CF28840A7A4D}">
      <dgm:prSet/>
      <dgm:spPr/>
      <dgm:t>
        <a:bodyPr/>
        <a:lstStyle/>
        <a:p>
          <a:pPr>
            <a:defRPr cap="all"/>
          </a:pPr>
          <a:r>
            <a:rPr lang="en-US"/>
            <a:t>• Software ≠ solo programas: incluye documentación, datos y conocimiento asociado</a:t>
          </a:r>
        </a:p>
      </dgm:t>
    </dgm:pt>
    <dgm:pt modelId="{8371B1E9-C1E6-4570-ADB0-B97F317E1E39}" type="parTrans" cxnId="{F6F2687F-067F-41AD-B85F-B8FE7328503F}">
      <dgm:prSet/>
      <dgm:spPr/>
      <dgm:t>
        <a:bodyPr/>
        <a:lstStyle/>
        <a:p>
          <a:endParaRPr lang="en-US"/>
        </a:p>
      </dgm:t>
    </dgm:pt>
    <dgm:pt modelId="{E44D956A-2DF0-4BAB-9507-D81145C5BE69}" type="sibTrans" cxnId="{F6F2687F-067F-41AD-B85F-B8FE7328503F}">
      <dgm:prSet/>
      <dgm:spPr/>
      <dgm:t>
        <a:bodyPr/>
        <a:lstStyle/>
        <a:p>
          <a:endParaRPr lang="en-US"/>
        </a:p>
      </dgm:t>
    </dgm:pt>
    <dgm:pt modelId="{9FE37E47-E881-413F-ADB5-5A2057B09930}" type="pres">
      <dgm:prSet presAssocID="{67D17BBE-AC48-45E5-B0EB-6B98E17AA7C4}" presName="root" presStyleCnt="0">
        <dgm:presLayoutVars>
          <dgm:dir/>
          <dgm:resizeHandles val="exact"/>
        </dgm:presLayoutVars>
      </dgm:prSet>
      <dgm:spPr/>
    </dgm:pt>
    <dgm:pt modelId="{345B87E4-5A91-4E61-BE0A-D723A4709365}" type="pres">
      <dgm:prSet presAssocID="{F026F18A-8CF1-4813-AFB0-0413FFFCC74D}" presName="compNode" presStyleCnt="0"/>
      <dgm:spPr/>
    </dgm:pt>
    <dgm:pt modelId="{FBF7944F-DEFE-458B-9BA9-9EF51394A340}" type="pres">
      <dgm:prSet presAssocID="{F026F18A-8CF1-4813-AFB0-0413FFFCC74D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C80C789-D90C-4274-8AE8-86EA92E2FFD5}" type="pres">
      <dgm:prSet presAssocID="{F026F18A-8CF1-4813-AFB0-0413FFFCC74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stel"/>
        </a:ext>
      </dgm:extLst>
    </dgm:pt>
    <dgm:pt modelId="{A6F22B8D-2156-46B6-8F5B-8D94EB899A74}" type="pres">
      <dgm:prSet presAssocID="{F026F18A-8CF1-4813-AFB0-0413FFFCC74D}" presName="spaceRect" presStyleCnt="0"/>
      <dgm:spPr/>
    </dgm:pt>
    <dgm:pt modelId="{A2505EE2-7C50-4DBE-89C8-7BA812AF15C1}" type="pres">
      <dgm:prSet presAssocID="{F026F18A-8CF1-4813-AFB0-0413FFFCC74D}" presName="textRect" presStyleLbl="revTx" presStyleIdx="0" presStyleCnt="3">
        <dgm:presLayoutVars>
          <dgm:chMax val="1"/>
          <dgm:chPref val="1"/>
        </dgm:presLayoutVars>
      </dgm:prSet>
      <dgm:spPr/>
    </dgm:pt>
    <dgm:pt modelId="{5798022D-04EB-4326-8CBE-04EB47282D28}" type="pres">
      <dgm:prSet presAssocID="{09B774CB-B47D-426C-A1FF-2ECA07CA4ED3}" presName="sibTrans" presStyleCnt="0"/>
      <dgm:spPr/>
    </dgm:pt>
    <dgm:pt modelId="{3F468C0F-C03F-4852-A84D-43A4699814DD}" type="pres">
      <dgm:prSet presAssocID="{6982F456-AF0F-42F5-9D03-269E8D5C7826}" presName="compNode" presStyleCnt="0"/>
      <dgm:spPr/>
    </dgm:pt>
    <dgm:pt modelId="{EB855866-F789-4304-8C63-4339921232B3}" type="pres">
      <dgm:prSet presAssocID="{6982F456-AF0F-42F5-9D03-269E8D5C7826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0990D5B7-C846-4B6F-B629-5B570A481A1D}" type="pres">
      <dgm:prSet presAssocID="{6982F456-AF0F-42F5-9D03-269E8D5C782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dozer"/>
        </a:ext>
      </dgm:extLst>
    </dgm:pt>
    <dgm:pt modelId="{270D063C-4439-4CF5-A3EF-24D4F9EFF1FA}" type="pres">
      <dgm:prSet presAssocID="{6982F456-AF0F-42F5-9D03-269E8D5C7826}" presName="spaceRect" presStyleCnt="0"/>
      <dgm:spPr/>
    </dgm:pt>
    <dgm:pt modelId="{1AC67BF6-2FD0-4314-81C7-878A63B219BB}" type="pres">
      <dgm:prSet presAssocID="{6982F456-AF0F-42F5-9D03-269E8D5C7826}" presName="textRect" presStyleLbl="revTx" presStyleIdx="1" presStyleCnt="3">
        <dgm:presLayoutVars>
          <dgm:chMax val="1"/>
          <dgm:chPref val="1"/>
        </dgm:presLayoutVars>
      </dgm:prSet>
      <dgm:spPr/>
    </dgm:pt>
    <dgm:pt modelId="{14A9312E-E6FD-4E0D-9754-8C48FD0663F8}" type="pres">
      <dgm:prSet presAssocID="{A4BA2FA7-BE68-4539-86DF-BC0B5F0AFCCF}" presName="sibTrans" presStyleCnt="0"/>
      <dgm:spPr/>
    </dgm:pt>
    <dgm:pt modelId="{1A844D79-1BB5-4009-9CCE-3E97931D857C}" type="pres">
      <dgm:prSet presAssocID="{FE3DD921-8145-408C-98F7-CF28840A7A4D}" presName="compNode" presStyleCnt="0"/>
      <dgm:spPr/>
    </dgm:pt>
    <dgm:pt modelId="{09F23A3A-0476-4562-BEAB-2952F2AACA5D}" type="pres">
      <dgm:prSet presAssocID="{FE3DD921-8145-408C-98F7-CF28840A7A4D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9A1569F-B1F3-4D2E-A3C3-298E26220AA7}" type="pres">
      <dgm:prSet presAssocID="{FE3DD921-8145-408C-98F7-CF28840A7A4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9CB8CBFB-ED06-4680-9B2B-1BF1C76D46DA}" type="pres">
      <dgm:prSet presAssocID="{FE3DD921-8145-408C-98F7-CF28840A7A4D}" presName="spaceRect" presStyleCnt="0"/>
      <dgm:spPr/>
    </dgm:pt>
    <dgm:pt modelId="{AE5182B1-7885-444C-8CB2-3ACD43464B9A}" type="pres">
      <dgm:prSet presAssocID="{FE3DD921-8145-408C-98F7-CF28840A7A4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AEC9677-AF3E-451B-AF73-AD7510DB74FE}" type="presOf" srcId="{F026F18A-8CF1-4813-AFB0-0413FFFCC74D}" destId="{A2505EE2-7C50-4DBE-89C8-7BA812AF15C1}" srcOrd="0" destOrd="0" presId="urn:microsoft.com/office/officeart/2018/5/layout/IconLeafLabelList"/>
    <dgm:cxn modelId="{F6F2687F-067F-41AD-B85F-B8FE7328503F}" srcId="{67D17BBE-AC48-45E5-B0EB-6B98E17AA7C4}" destId="{FE3DD921-8145-408C-98F7-CF28840A7A4D}" srcOrd="2" destOrd="0" parTransId="{8371B1E9-C1E6-4570-ADB0-B97F317E1E39}" sibTransId="{E44D956A-2DF0-4BAB-9507-D81145C5BE69}"/>
    <dgm:cxn modelId="{99E071A2-A001-4A36-9BD4-1067089FB6CA}" type="presOf" srcId="{FE3DD921-8145-408C-98F7-CF28840A7A4D}" destId="{AE5182B1-7885-444C-8CB2-3ACD43464B9A}" srcOrd="0" destOrd="0" presId="urn:microsoft.com/office/officeart/2018/5/layout/IconLeafLabelList"/>
    <dgm:cxn modelId="{E16E79AB-ABAB-4A97-AA71-18E637EDE7E7}" type="presOf" srcId="{67D17BBE-AC48-45E5-B0EB-6B98E17AA7C4}" destId="{9FE37E47-E881-413F-ADB5-5A2057B09930}" srcOrd="0" destOrd="0" presId="urn:microsoft.com/office/officeart/2018/5/layout/IconLeafLabelList"/>
    <dgm:cxn modelId="{39E924F1-D580-44C9-B9F4-4B548F0C1532}" srcId="{67D17BBE-AC48-45E5-B0EB-6B98E17AA7C4}" destId="{6982F456-AF0F-42F5-9D03-269E8D5C7826}" srcOrd="1" destOrd="0" parTransId="{7866B439-DE36-4EFC-B485-0A74CBAFEEDA}" sibTransId="{A4BA2FA7-BE68-4539-86DF-BC0B5F0AFCCF}"/>
    <dgm:cxn modelId="{135F31F2-9AFC-4DB3-A6EB-1C016F139CB2}" srcId="{67D17BBE-AC48-45E5-B0EB-6B98E17AA7C4}" destId="{F026F18A-8CF1-4813-AFB0-0413FFFCC74D}" srcOrd="0" destOrd="0" parTransId="{2FF54858-B3FC-47BC-BFE7-56319764D22D}" sibTransId="{09B774CB-B47D-426C-A1FF-2ECA07CA4ED3}"/>
    <dgm:cxn modelId="{EA32A2F7-535C-47E8-ABB4-94F97D57F3FC}" type="presOf" srcId="{6982F456-AF0F-42F5-9D03-269E8D5C7826}" destId="{1AC67BF6-2FD0-4314-81C7-878A63B219BB}" srcOrd="0" destOrd="0" presId="urn:microsoft.com/office/officeart/2018/5/layout/IconLeafLabelList"/>
    <dgm:cxn modelId="{99E7ACB0-4825-4BAA-91C5-3B5E102F0B30}" type="presParOf" srcId="{9FE37E47-E881-413F-ADB5-5A2057B09930}" destId="{345B87E4-5A91-4E61-BE0A-D723A4709365}" srcOrd="0" destOrd="0" presId="urn:microsoft.com/office/officeart/2018/5/layout/IconLeafLabelList"/>
    <dgm:cxn modelId="{C49D5165-F2B9-46E2-854B-A24E46164DAE}" type="presParOf" srcId="{345B87E4-5A91-4E61-BE0A-D723A4709365}" destId="{FBF7944F-DEFE-458B-9BA9-9EF51394A340}" srcOrd="0" destOrd="0" presId="urn:microsoft.com/office/officeart/2018/5/layout/IconLeafLabelList"/>
    <dgm:cxn modelId="{B702190B-28DE-4FEB-8995-0D260439790E}" type="presParOf" srcId="{345B87E4-5A91-4E61-BE0A-D723A4709365}" destId="{8C80C789-D90C-4274-8AE8-86EA92E2FFD5}" srcOrd="1" destOrd="0" presId="urn:microsoft.com/office/officeart/2018/5/layout/IconLeafLabelList"/>
    <dgm:cxn modelId="{F7439C6F-1C68-4A3B-B295-F08AE3DFA276}" type="presParOf" srcId="{345B87E4-5A91-4E61-BE0A-D723A4709365}" destId="{A6F22B8D-2156-46B6-8F5B-8D94EB899A74}" srcOrd="2" destOrd="0" presId="urn:microsoft.com/office/officeart/2018/5/layout/IconLeafLabelList"/>
    <dgm:cxn modelId="{E3FF3D09-40B7-429E-9F6F-636D8A482A5F}" type="presParOf" srcId="{345B87E4-5A91-4E61-BE0A-D723A4709365}" destId="{A2505EE2-7C50-4DBE-89C8-7BA812AF15C1}" srcOrd="3" destOrd="0" presId="urn:microsoft.com/office/officeart/2018/5/layout/IconLeafLabelList"/>
    <dgm:cxn modelId="{AE3C58D7-AACF-4817-8C81-913CF5AC7001}" type="presParOf" srcId="{9FE37E47-E881-413F-ADB5-5A2057B09930}" destId="{5798022D-04EB-4326-8CBE-04EB47282D28}" srcOrd="1" destOrd="0" presId="urn:microsoft.com/office/officeart/2018/5/layout/IconLeafLabelList"/>
    <dgm:cxn modelId="{C078438F-B8D7-4405-9C60-7A7527D0C526}" type="presParOf" srcId="{9FE37E47-E881-413F-ADB5-5A2057B09930}" destId="{3F468C0F-C03F-4852-A84D-43A4699814DD}" srcOrd="2" destOrd="0" presId="urn:microsoft.com/office/officeart/2018/5/layout/IconLeafLabelList"/>
    <dgm:cxn modelId="{6E0ACDB8-25B1-4E01-BF21-8F41C2BD2F3E}" type="presParOf" srcId="{3F468C0F-C03F-4852-A84D-43A4699814DD}" destId="{EB855866-F789-4304-8C63-4339921232B3}" srcOrd="0" destOrd="0" presId="urn:microsoft.com/office/officeart/2018/5/layout/IconLeafLabelList"/>
    <dgm:cxn modelId="{1061D831-0399-4F9F-9310-331C35D6D519}" type="presParOf" srcId="{3F468C0F-C03F-4852-A84D-43A4699814DD}" destId="{0990D5B7-C846-4B6F-B629-5B570A481A1D}" srcOrd="1" destOrd="0" presId="urn:microsoft.com/office/officeart/2018/5/layout/IconLeafLabelList"/>
    <dgm:cxn modelId="{D7601A4C-7A37-417E-8402-188BF3F20E55}" type="presParOf" srcId="{3F468C0F-C03F-4852-A84D-43A4699814DD}" destId="{270D063C-4439-4CF5-A3EF-24D4F9EFF1FA}" srcOrd="2" destOrd="0" presId="urn:microsoft.com/office/officeart/2018/5/layout/IconLeafLabelList"/>
    <dgm:cxn modelId="{6358DAEE-237C-4896-8BFE-261AD0C66489}" type="presParOf" srcId="{3F468C0F-C03F-4852-A84D-43A4699814DD}" destId="{1AC67BF6-2FD0-4314-81C7-878A63B219BB}" srcOrd="3" destOrd="0" presId="urn:microsoft.com/office/officeart/2018/5/layout/IconLeafLabelList"/>
    <dgm:cxn modelId="{07D850C4-08F7-4B89-86BE-30BC17EB6F0E}" type="presParOf" srcId="{9FE37E47-E881-413F-ADB5-5A2057B09930}" destId="{14A9312E-E6FD-4E0D-9754-8C48FD0663F8}" srcOrd="3" destOrd="0" presId="urn:microsoft.com/office/officeart/2018/5/layout/IconLeafLabelList"/>
    <dgm:cxn modelId="{766A6574-AC0D-44D8-A2E7-8798CF12AE60}" type="presParOf" srcId="{9FE37E47-E881-413F-ADB5-5A2057B09930}" destId="{1A844D79-1BB5-4009-9CCE-3E97931D857C}" srcOrd="4" destOrd="0" presId="urn:microsoft.com/office/officeart/2018/5/layout/IconLeafLabelList"/>
    <dgm:cxn modelId="{14FE521B-323C-43A1-B242-4ADB10919D57}" type="presParOf" srcId="{1A844D79-1BB5-4009-9CCE-3E97931D857C}" destId="{09F23A3A-0476-4562-BEAB-2952F2AACA5D}" srcOrd="0" destOrd="0" presId="urn:microsoft.com/office/officeart/2018/5/layout/IconLeafLabelList"/>
    <dgm:cxn modelId="{36C82FB5-CA7C-4F3C-AEB0-AF046F3D55B5}" type="presParOf" srcId="{1A844D79-1BB5-4009-9CCE-3E97931D857C}" destId="{D9A1569F-B1F3-4D2E-A3C3-298E26220AA7}" srcOrd="1" destOrd="0" presId="urn:microsoft.com/office/officeart/2018/5/layout/IconLeafLabelList"/>
    <dgm:cxn modelId="{80DFAAAE-E47E-44AA-B9DE-8E2F35A28843}" type="presParOf" srcId="{1A844D79-1BB5-4009-9CCE-3E97931D857C}" destId="{9CB8CBFB-ED06-4680-9B2B-1BF1C76D46DA}" srcOrd="2" destOrd="0" presId="urn:microsoft.com/office/officeart/2018/5/layout/IconLeafLabelList"/>
    <dgm:cxn modelId="{1C194051-7A91-4B60-9ED7-B086378BDBC8}" type="presParOf" srcId="{1A844D79-1BB5-4009-9CCE-3E97931D857C}" destId="{AE5182B1-7885-444C-8CB2-3ACD43464B9A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41E2A93-57E3-40A7-92E2-946E87DB4D80}" type="doc">
      <dgm:prSet loTypeId="urn:microsoft.com/office/officeart/2017/3/layout/DropPinTimeline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BC328F5-E53F-4451-AFB1-97874FC4617E}">
      <dgm:prSet/>
      <dgm:spPr/>
      <dgm:t>
        <a:bodyPr/>
        <a:lstStyle/>
        <a:p>
          <a:pPr>
            <a:defRPr b="1"/>
          </a:pPr>
          <a:r>
            <a:rPr lang="en-US"/>
            <a:t>1935</a:t>
          </a:r>
        </a:p>
      </dgm:t>
    </dgm:pt>
    <dgm:pt modelId="{41C40D51-BCEE-4323-9FD1-85FC02759C6E}" type="parTrans" cxnId="{AA7DA46B-FFFE-4B9B-BDBD-9CEC825B79CA}">
      <dgm:prSet/>
      <dgm:spPr/>
      <dgm:t>
        <a:bodyPr/>
        <a:lstStyle/>
        <a:p>
          <a:endParaRPr lang="en-US"/>
        </a:p>
      </dgm:t>
    </dgm:pt>
    <dgm:pt modelId="{CAE0AA12-FF2F-42D7-AAD3-EF4B71416255}" type="sibTrans" cxnId="{AA7DA46B-FFFE-4B9B-BDBD-9CEC825B79CA}">
      <dgm:prSet/>
      <dgm:spPr/>
      <dgm:t>
        <a:bodyPr/>
        <a:lstStyle/>
        <a:p>
          <a:endParaRPr lang="en-US"/>
        </a:p>
      </dgm:t>
    </dgm:pt>
    <dgm:pt modelId="{870AA4E8-BE61-4856-B137-144BD9F923E9}">
      <dgm:prSet/>
      <dgm:spPr/>
      <dgm:t>
        <a:bodyPr/>
        <a:lstStyle/>
        <a:p>
          <a:r>
            <a:rPr lang="en-US"/>
            <a:t>Alan Turing – idea de programa para computadora</a:t>
          </a:r>
        </a:p>
      </dgm:t>
    </dgm:pt>
    <dgm:pt modelId="{8486BE93-E0D4-4760-8BB0-4D135D8AB309}" type="parTrans" cxnId="{55142F11-A554-48A4-97A3-BB6B1C67E718}">
      <dgm:prSet/>
      <dgm:spPr/>
      <dgm:t>
        <a:bodyPr/>
        <a:lstStyle/>
        <a:p>
          <a:endParaRPr lang="en-US"/>
        </a:p>
      </dgm:t>
    </dgm:pt>
    <dgm:pt modelId="{7FE26E02-50F8-4A16-B64B-47579951AF0B}" type="sibTrans" cxnId="{55142F11-A554-48A4-97A3-BB6B1C67E718}">
      <dgm:prSet/>
      <dgm:spPr/>
      <dgm:t>
        <a:bodyPr/>
        <a:lstStyle/>
        <a:p>
          <a:endParaRPr lang="en-US"/>
        </a:p>
      </dgm:t>
    </dgm:pt>
    <dgm:pt modelId="{F0E087EE-8509-4A8A-9EE7-942157FAB352}">
      <dgm:prSet/>
      <dgm:spPr/>
      <dgm:t>
        <a:bodyPr/>
        <a:lstStyle/>
        <a:p>
          <a:pPr>
            <a:defRPr b="1"/>
          </a:pPr>
          <a:r>
            <a:rPr lang="en-US"/>
            <a:t>1958</a:t>
          </a:r>
        </a:p>
      </dgm:t>
    </dgm:pt>
    <dgm:pt modelId="{B16E4F0D-BEAD-49D9-BCE9-49973C8884D3}" type="parTrans" cxnId="{C2EE5A7D-4690-46EA-8C42-7AFEC7FDE418}">
      <dgm:prSet/>
      <dgm:spPr/>
      <dgm:t>
        <a:bodyPr/>
        <a:lstStyle/>
        <a:p>
          <a:endParaRPr lang="en-US"/>
        </a:p>
      </dgm:t>
    </dgm:pt>
    <dgm:pt modelId="{B7D080A3-A271-484C-8731-8E5598E42CE6}" type="sibTrans" cxnId="{C2EE5A7D-4690-46EA-8C42-7AFEC7FDE418}">
      <dgm:prSet/>
      <dgm:spPr/>
      <dgm:t>
        <a:bodyPr/>
        <a:lstStyle/>
        <a:p>
          <a:endParaRPr lang="en-US"/>
        </a:p>
      </dgm:t>
    </dgm:pt>
    <dgm:pt modelId="{C2342F59-0D81-4A2B-BD8F-7F5B019012A7}">
      <dgm:prSet/>
      <dgm:spPr/>
      <dgm:t>
        <a:bodyPr/>
        <a:lstStyle/>
        <a:p>
          <a:r>
            <a:rPr lang="en-US"/>
            <a:t>John Tukey – importancia de resolver el problema correcto</a:t>
          </a:r>
        </a:p>
      </dgm:t>
    </dgm:pt>
    <dgm:pt modelId="{B7734CD6-8FA1-44A7-9E29-43AA9F0C00ED}" type="parTrans" cxnId="{AF35833A-CAAF-4502-8FA6-3B8BF98C3B55}">
      <dgm:prSet/>
      <dgm:spPr/>
      <dgm:t>
        <a:bodyPr/>
        <a:lstStyle/>
        <a:p>
          <a:endParaRPr lang="en-US"/>
        </a:p>
      </dgm:t>
    </dgm:pt>
    <dgm:pt modelId="{493A86EB-47FC-40A3-8F5D-38ECB70FDB70}" type="sibTrans" cxnId="{AF35833A-CAAF-4502-8FA6-3B8BF98C3B55}">
      <dgm:prSet/>
      <dgm:spPr/>
      <dgm:t>
        <a:bodyPr/>
        <a:lstStyle/>
        <a:p>
          <a:endParaRPr lang="en-US"/>
        </a:p>
      </dgm:t>
    </dgm:pt>
    <dgm:pt modelId="{4B51ECDB-5BD5-4FDF-9F49-9B6D34112622}">
      <dgm:prSet/>
      <dgm:spPr/>
      <dgm:t>
        <a:bodyPr/>
        <a:lstStyle/>
        <a:p>
          <a:pPr>
            <a:defRPr b="1"/>
          </a:pPr>
          <a:r>
            <a:rPr lang="en-US"/>
            <a:t>1960</a:t>
          </a:r>
        </a:p>
      </dgm:t>
    </dgm:pt>
    <dgm:pt modelId="{C6BAED15-E5AC-4F06-BCF2-C41240546197}" type="parTrans" cxnId="{07C3359C-F121-4A8F-965E-F6287F0EE0EA}">
      <dgm:prSet/>
      <dgm:spPr/>
      <dgm:t>
        <a:bodyPr/>
        <a:lstStyle/>
        <a:p>
          <a:endParaRPr lang="en-US"/>
        </a:p>
      </dgm:t>
    </dgm:pt>
    <dgm:pt modelId="{1BFE9CCB-1DC5-49FC-B9A5-3B8DA4B462AD}" type="sibTrans" cxnId="{07C3359C-F121-4A8F-965E-F6287F0EE0EA}">
      <dgm:prSet/>
      <dgm:spPr/>
      <dgm:t>
        <a:bodyPr/>
        <a:lstStyle/>
        <a:p>
          <a:endParaRPr lang="en-US"/>
        </a:p>
      </dgm:t>
    </dgm:pt>
    <dgm:pt modelId="{DF63AFA1-7E18-4E46-8D81-D17FD624D16A}">
      <dgm:prSet/>
      <dgm:spPr/>
      <dgm:t>
        <a:bodyPr/>
        <a:lstStyle/>
        <a:p>
          <a:r>
            <a:rPr lang="en-US"/>
            <a:t>• Desde 1960: software se consolida como producto independiente del hardware</a:t>
          </a:r>
        </a:p>
      </dgm:t>
    </dgm:pt>
    <dgm:pt modelId="{8C5DA04E-1148-4FCB-8447-CA77A92EE371}" type="parTrans" cxnId="{90DAE72C-6039-4FC8-AF12-93A218BA1EBD}">
      <dgm:prSet/>
      <dgm:spPr/>
      <dgm:t>
        <a:bodyPr/>
        <a:lstStyle/>
        <a:p>
          <a:endParaRPr lang="en-US"/>
        </a:p>
      </dgm:t>
    </dgm:pt>
    <dgm:pt modelId="{52AEC589-4332-470D-A4F0-D456EA2A9194}" type="sibTrans" cxnId="{90DAE72C-6039-4FC8-AF12-93A218BA1EBD}">
      <dgm:prSet/>
      <dgm:spPr/>
      <dgm:t>
        <a:bodyPr/>
        <a:lstStyle/>
        <a:p>
          <a:endParaRPr lang="en-US"/>
        </a:p>
      </dgm:t>
    </dgm:pt>
    <dgm:pt modelId="{4B2F6728-B974-4E90-ABCD-46DC45850297}" type="pres">
      <dgm:prSet presAssocID="{441E2A93-57E3-40A7-92E2-946E87DB4D80}" presName="root" presStyleCnt="0">
        <dgm:presLayoutVars>
          <dgm:chMax/>
          <dgm:chPref/>
          <dgm:animLvl val="lvl"/>
        </dgm:presLayoutVars>
      </dgm:prSet>
      <dgm:spPr/>
    </dgm:pt>
    <dgm:pt modelId="{A2992881-B912-4DE8-B80D-0468A7061F31}" type="pres">
      <dgm:prSet presAssocID="{441E2A93-57E3-40A7-92E2-946E87DB4D80}" presName="divider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gm:spPr>
    </dgm:pt>
    <dgm:pt modelId="{79C24149-9C98-4F24-A455-B062044D10FC}" type="pres">
      <dgm:prSet presAssocID="{441E2A93-57E3-40A7-92E2-946E87DB4D80}" presName="nodes" presStyleCnt="0">
        <dgm:presLayoutVars>
          <dgm:chMax/>
          <dgm:chPref/>
          <dgm:animLvl val="lvl"/>
        </dgm:presLayoutVars>
      </dgm:prSet>
      <dgm:spPr/>
    </dgm:pt>
    <dgm:pt modelId="{45AEFCA8-E43A-4581-8697-597323EDFBD6}" type="pres">
      <dgm:prSet presAssocID="{9BC328F5-E53F-4451-AFB1-97874FC4617E}" presName="composite" presStyleCnt="0"/>
      <dgm:spPr/>
    </dgm:pt>
    <dgm:pt modelId="{E119260E-10A0-432B-A8BE-E2A57E769170}" type="pres">
      <dgm:prSet presAssocID="{9BC328F5-E53F-4451-AFB1-97874FC4617E}" presName="ConnectorPoint" presStyleLbl="lnNode1" presStyleIdx="0" presStyleCnt="3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B05711BC-0F12-4E64-9948-A1D27D1A27A7}" type="pres">
      <dgm:prSet presAssocID="{9BC328F5-E53F-4451-AFB1-97874FC4617E}" presName="DropPinPlaceHolder" presStyleCnt="0"/>
      <dgm:spPr/>
    </dgm:pt>
    <dgm:pt modelId="{36DF7F12-0564-4FC1-AFAE-A0816BC13C3A}" type="pres">
      <dgm:prSet presAssocID="{9BC328F5-E53F-4451-AFB1-97874FC4617E}" presName="DropPin" presStyleLbl="alignNode1" presStyleIdx="0" presStyleCnt="3"/>
      <dgm:spPr/>
    </dgm:pt>
    <dgm:pt modelId="{25DE2F98-B3F9-4214-BB39-0747B726C1A7}" type="pres">
      <dgm:prSet presAssocID="{9BC328F5-E53F-4451-AFB1-97874FC4617E}" presName="Ellipse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gm:spPr>
    </dgm:pt>
    <dgm:pt modelId="{B3080B56-3BF7-40F9-A47D-B3CDADE56658}" type="pres">
      <dgm:prSet presAssocID="{9BC328F5-E53F-4451-AFB1-97874FC4617E}" presName="L2TextContainer" presStyleLbl="revTx" presStyleIdx="0" presStyleCnt="6">
        <dgm:presLayoutVars>
          <dgm:bulletEnabled val="1"/>
        </dgm:presLayoutVars>
      </dgm:prSet>
      <dgm:spPr/>
    </dgm:pt>
    <dgm:pt modelId="{752484CE-905E-44BA-AF55-EBDDA237945E}" type="pres">
      <dgm:prSet presAssocID="{9BC328F5-E53F-4451-AFB1-97874FC4617E}" presName="L1TextContainer" presStyleLbl="revTx" presStyleIdx="1" presStyleCnt="6">
        <dgm:presLayoutVars>
          <dgm:chMax val="1"/>
          <dgm:chPref val="1"/>
          <dgm:bulletEnabled val="1"/>
        </dgm:presLayoutVars>
      </dgm:prSet>
      <dgm:spPr/>
    </dgm:pt>
    <dgm:pt modelId="{C367A36F-0570-4DFE-86A2-0E12C952FD08}" type="pres">
      <dgm:prSet presAssocID="{9BC328F5-E53F-4451-AFB1-97874FC4617E}" presName="ConnectLine" presStyleLbl="sibTrans1D1" presStyleIdx="0" presStyleCnt="3"/>
      <dgm:spPr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A9F3CBDA-00D3-451F-BDC1-02A0B1333C12}" type="pres">
      <dgm:prSet presAssocID="{9BC328F5-E53F-4451-AFB1-97874FC4617E}" presName="EmptyPlaceHolder" presStyleCnt="0"/>
      <dgm:spPr/>
    </dgm:pt>
    <dgm:pt modelId="{E3051976-7329-43DC-AEC4-DCBB1DFF1974}" type="pres">
      <dgm:prSet presAssocID="{CAE0AA12-FF2F-42D7-AAD3-EF4B71416255}" presName="spaceBetweenRectangles" presStyleCnt="0"/>
      <dgm:spPr/>
    </dgm:pt>
    <dgm:pt modelId="{5AD631E5-6430-4D7B-9CEC-B291144EAA33}" type="pres">
      <dgm:prSet presAssocID="{F0E087EE-8509-4A8A-9EE7-942157FAB352}" presName="composite" presStyleCnt="0"/>
      <dgm:spPr/>
    </dgm:pt>
    <dgm:pt modelId="{9C60BA77-597D-44E6-8734-3DB31248B092}" type="pres">
      <dgm:prSet presAssocID="{F0E087EE-8509-4A8A-9EE7-942157FAB352}" presName="ConnectorPoint" presStyleLbl="lnNode1" presStyleIdx="1" presStyleCnt="3"/>
      <dgm:spPr>
        <a:solidFill>
          <a:schemeClr val="accent2">
            <a:hueOff val="2340759"/>
            <a:satOff val="-2919"/>
            <a:lumOff val="686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10C39826-8E4A-4EF6-8C87-CFAC5C6FD876}" type="pres">
      <dgm:prSet presAssocID="{F0E087EE-8509-4A8A-9EE7-942157FAB352}" presName="DropPinPlaceHolder" presStyleCnt="0"/>
      <dgm:spPr/>
    </dgm:pt>
    <dgm:pt modelId="{2262D499-E965-4CBE-98E0-836E31A522D5}" type="pres">
      <dgm:prSet presAssocID="{F0E087EE-8509-4A8A-9EE7-942157FAB352}" presName="DropPin" presStyleLbl="alignNode1" presStyleIdx="1" presStyleCnt="3"/>
      <dgm:spPr/>
    </dgm:pt>
    <dgm:pt modelId="{1334CB81-2F52-4206-A8F6-0A0C262392F5}" type="pres">
      <dgm:prSet presAssocID="{F0E087EE-8509-4A8A-9EE7-942157FAB352}" presName="Ellipse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gm:spPr>
    </dgm:pt>
    <dgm:pt modelId="{15FB542A-CF72-4AA6-B87F-DCEB5169B14B}" type="pres">
      <dgm:prSet presAssocID="{F0E087EE-8509-4A8A-9EE7-942157FAB352}" presName="L2TextContainer" presStyleLbl="revTx" presStyleIdx="2" presStyleCnt="6">
        <dgm:presLayoutVars>
          <dgm:bulletEnabled val="1"/>
        </dgm:presLayoutVars>
      </dgm:prSet>
      <dgm:spPr/>
    </dgm:pt>
    <dgm:pt modelId="{1E3E6052-C6E9-460D-B5BB-54050ABF2C72}" type="pres">
      <dgm:prSet presAssocID="{F0E087EE-8509-4A8A-9EE7-942157FAB352}" presName="L1TextContainer" presStyleLbl="revTx" presStyleIdx="3" presStyleCnt="6">
        <dgm:presLayoutVars>
          <dgm:chMax val="1"/>
          <dgm:chPref val="1"/>
          <dgm:bulletEnabled val="1"/>
        </dgm:presLayoutVars>
      </dgm:prSet>
      <dgm:spPr/>
    </dgm:pt>
    <dgm:pt modelId="{368706B8-1365-4EFC-AAD0-49EB99BA6087}" type="pres">
      <dgm:prSet presAssocID="{F0E087EE-8509-4A8A-9EE7-942157FAB352}" presName="ConnectLine" presStyleLbl="sibTrans1D1" presStyleIdx="1" presStyleCnt="3"/>
      <dgm:spPr>
        <a:noFill/>
        <a:ln w="127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dash"/>
        </a:ln>
        <a:effectLst/>
      </dgm:spPr>
    </dgm:pt>
    <dgm:pt modelId="{8CA44AC3-1411-44A7-A91C-8DF3747BFA70}" type="pres">
      <dgm:prSet presAssocID="{F0E087EE-8509-4A8A-9EE7-942157FAB352}" presName="EmptyPlaceHolder" presStyleCnt="0"/>
      <dgm:spPr/>
    </dgm:pt>
    <dgm:pt modelId="{F60578D7-3B9D-4F08-9CD1-CA2B74793CA6}" type="pres">
      <dgm:prSet presAssocID="{B7D080A3-A271-484C-8731-8E5598E42CE6}" presName="spaceBetweenRectangles" presStyleCnt="0"/>
      <dgm:spPr/>
    </dgm:pt>
    <dgm:pt modelId="{E6F8BABC-3300-4DA6-B9A9-F41F8F7284A6}" type="pres">
      <dgm:prSet presAssocID="{4B51ECDB-5BD5-4FDF-9F49-9B6D34112622}" presName="composite" presStyleCnt="0"/>
      <dgm:spPr/>
    </dgm:pt>
    <dgm:pt modelId="{CE667D30-E987-44E1-9E6D-49CBE22D227C}" type="pres">
      <dgm:prSet presAssocID="{4B51ECDB-5BD5-4FDF-9F49-9B6D34112622}" presName="ConnectorPoint" presStyleLbl="lnNode1" presStyleIdx="2" presStyleCnt="3"/>
      <dgm:spPr>
        <a:solidFill>
          <a:schemeClr val="accent2">
            <a:hueOff val="4681519"/>
            <a:satOff val="-5839"/>
            <a:lumOff val="1373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E394BCBB-F9FA-4204-8A3B-3A9AD4127D8E}" type="pres">
      <dgm:prSet presAssocID="{4B51ECDB-5BD5-4FDF-9F49-9B6D34112622}" presName="DropPinPlaceHolder" presStyleCnt="0"/>
      <dgm:spPr/>
    </dgm:pt>
    <dgm:pt modelId="{1FCBCF27-164D-4AF7-87AF-BEA619C5F00A}" type="pres">
      <dgm:prSet presAssocID="{4B51ECDB-5BD5-4FDF-9F49-9B6D34112622}" presName="DropPin" presStyleLbl="alignNode1" presStyleIdx="2" presStyleCnt="3"/>
      <dgm:spPr/>
    </dgm:pt>
    <dgm:pt modelId="{EC762BDC-7457-4142-B1B0-5D7E2EFDCEA0}" type="pres">
      <dgm:prSet presAssocID="{4B51ECDB-5BD5-4FDF-9F49-9B6D34112622}" presName="Ellipse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gm:spPr>
    </dgm:pt>
    <dgm:pt modelId="{A8B06E09-289C-45D7-B9BD-4D2C91A518F0}" type="pres">
      <dgm:prSet presAssocID="{4B51ECDB-5BD5-4FDF-9F49-9B6D34112622}" presName="L2TextContainer" presStyleLbl="revTx" presStyleIdx="4" presStyleCnt="6">
        <dgm:presLayoutVars>
          <dgm:bulletEnabled val="1"/>
        </dgm:presLayoutVars>
      </dgm:prSet>
      <dgm:spPr/>
    </dgm:pt>
    <dgm:pt modelId="{3908BF01-57A5-4BD4-B40B-C6626564BE26}" type="pres">
      <dgm:prSet presAssocID="{4B51ECDB-5BD5-4FDF-9F49-9B6D34112622}" presName="L1TextContainer" presStyleLbl="revTx" presStyleIdx="5" presStyleCnt="6">
        <dgm:presLayoutVars>
          <dgm:chMax val="1"/>
          <dgm:chPref val="1"/>
          <dgm:bulletEnabled val="1"/>
        </dgm:presLayoutVars>
      </dgm:prSet>
      <dgm:spPr/>
    </dgm:pt>
    <dgm:pt modelId="{B79ABE3F-3EFF-4B33-9DCF-512D4CBE7723}" type="pres">
      <dgm:prSet presAssocID="{4B51ECDB-5BD5-4FDF-9F49-9B6D34112622}" presName="ConnectLine" presStyleLbl="sibTrans1D1" presStyleIdx="2" presStyleCnt="3"/>
      <dgm:spPr>
        <a:noFill/>
        <a:ln w="127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dash"/>
        </a:ln>
        <a:effectLst/>
      </dgm:spPr>
    </dgm:pt>
    <dgm:pt modelId="{91DCB466-ADB0-4979-87AC-460EAD73B94E}" type="pres">
      <dgm:prSet presAssocID="{4B51ECDB-5BD5-4FDF-9F49-9B6D34112622}" presName="EmptyPlaceHolder" presStyleCnt="0"/>
      <dgm:spPr/>
    </dgm:pt>
  </dgm:ptLst>
  <dgm:cxnLst>
    <dgm:cxn modelId="{55142F11-A554-48A4-97A3-BB6B1C67E718}" srcId="{9BC328F5-E53F-4451-AFB1-97874FC4617E}" destId="{870AA4E8-BE61-4856-B137-144BD9F923E9}" srcOrd="0" destOrd="0" parTransId="{8486BE93-E0D4-4760-8BB0-4D135D8AB309}" sibTransId="{7FE26E02-50F8-4A16-B64B-47579951AF0B}"/>
    <dgm:cxn modelId="{90DAE72C-6039-4FC8-AF12-93A218BA1EBD}" srcId="{4B51ECDB-5BD5-4FDF-9F49-9B6D34112622}" destId="{DF63AFA1-7E18-4E46-8D81-D17FD624D16A}" srcOrd="0" destOrd="0" parTransId="{8C5DA04E-1148-4FCB-8447-CA77A92EE371}" sibTransId="{52AEC589-4332-470D-A4F0-D456EA2A9194}"/>
    <dgm:cxn modelId="{27475B38-DACE-46CC-8D4D-24772256BB66}" type="presOf" srcId="{C2342F59-0D81-4A2B-BD8F-7F5B019012A7}" destId="{15FB542A-CF72-4AA6-B87F-DCEB5169B14B}" srcOrd="0" destOrd="0" presId="urn:microsoft.com/office/officeart/2017/3/layout/DropPinTimeline"/>
    <dgm:cxn modelId="{AF35833A-CAAF-4502-8FA6-3B8BF98C3B55}" srcId="{F0E087EE-8509-4A8A-9EE7-942157FAB352}" destId="{C2342F59-0D81-4A2B-BD8F-7F5B019012A7}" srcOrd="0" destOrd="0" parTransId="{B7734CD6-8FA1-44A7-9E29-43AA9F0C00ED}" sibTransId="{493A86EB-47FC-40A3-8F5D-38ECB70FDB70}"/>
    <dgm:cxn modelId="{58D2C06A-8EE3-4B21-9ED4-88C09B77C447}" type="presOf" srcId="{4B51ECDB-5BD5-4FDF-9F49-9B6D34112622}" destId="{3908BF01-57A5-4BD4-B40B-C6626564BE26}" srcOrd="0" destOrd="0" presId="urn:microsoft.com/office/officeart/2017/3/layout/DropPinTimeline"/>
    <dgm:cxn modelId="{AA7DA46B-FFFE-4B9B-BDBD-9CEC825B79CA}" srcId="{441E2A93-57E3-40A7-92E2-946E87DB4D80}" destId="{9BC328F5-E53F-4451-AFB1-97874FC4617E}" srcOrd="0" destOrd="0" parTransId="{41C40D51-BCEE-4323-9FD1-85FC02759C6E}" sibTransId="{CAE0AA12-FF2F-42D7-AAD3-EF4B71416255}"/>
    <dgm:cxn modelId="{913A464F-FC01-4BAE-901D-5BBF2D7DD2C2}" type="presOf" srcId="{F0E087EE-8509-4A8A-9EE7-942157FAB352}" destId="{1E3E6052-C6E9-460D-B5BB-54050ABF2C72}" srcOrd="0" destOrd="0" presId="urn:microsoft.com/office/officeart/2017/3/layout/DropPinTimeline"/>
    <dgm:cxn modelId="{C2EE5A7D-4690-46EA-8C42-7AFEC7FDE418}" srcId="{441E2A93-57E3-40A7-92E2-946E87DB4D80}" destId="{F0E087EE-8509-4A8A-9EE7-942157FAB352}" srcOrd="1" destOrd="0" parTransId="{B16E4F0D-BEAD-49D9-BCE9-49973C8884D3}" sibTransId="{B7D080A3-A271-484C-8731-8E5598E42CE6}"/>
    <dgm:cxn modelId="{1712658C-184C-4723-9F26-3D47A4D030C6}" type="presOf" srcId="{9BC328F5-E53F-4451-AFB1-97874FC4617E}" destId="{752484CE-905E-44BA-AF55-EBDDA237945E}" srcOrd="0" destOrd="0" presId="urn:microsoft.com/office/officeart/2017/3/layout/DropPinTimeline"/>
    <dgm:cxn modelId="{CA1BDC8D-1D5C-47BC-BCA8-FB887304FDF5}" type="presOf" srcId="{DF63AFA1-7E18-4E46-8D81-D17FD624D16A}" destId="{A8B06E09-289C-45D7-B9BD-4D2C91A518F0}" srcOrd="0" destOrd="0" presId="urn:microsoft.com/office/officeart/2017/3/layout/DropPinTimeline"/>
    <dgm:cxn modelId="{3F57DD8F-7FB9-4F31-B65B-0037CD76051C}" type="presOf" srcId="{441E2A93-57E3-40A7-92E2-946E87DB4D80}" destId="{4B2F6728-B974-4E90-ABCD-46DC45850297}" srcOrd="0" destOrd="0" presId="urn:microsoft.com/office/officeart/2017/3/layout/DropPinTimeline"/>
    <dgm:cxn modelId="{07C3359C-F121-4A8F-965E-F6287F0EE0EA}" srcId="{441E2A93-57E3-40A7-92E2-946E87DB4D80}" destId="{4B51ECDB-5BD5-4FDF-9F49-9B6D34112622}" srcOrd="2" destOrd="0" parTransId="{C6BAED15-E5AC-4F06-BCF2-C41240546197}" sibTransId="{1BFE9CCB-1DC5-49FC-B9A5-3B8DA4B462AD}"/>
    <dgm:cxn modelId="{21FDB2B6-B2CA-4183-845E-C5B34CADA306}" type="presOf" srcId="{870AA4E8-BE61-4856-B137-144BD9F923E9}" destId="{B3080B56-3BF7-40F9-A47D-B3CDADE56658}" srcOrd="0" destOrd="0" presId="urn:microsoft.com/office/officeart/2017/3/layout/DropPinTimeline"/>
    <dgm:cxn modelId="{263E5A87-5614-4F1C-B0F0-1FB83C52DC6A}" type="presParOf" srcId="{4B2F6728-B974-4E90-ABCD-46DC45850297}" destId="{A2992881-B912-4DE8-B80D-0468A7061F31}" srcOrd="0" destOrd="0" presId="urn:microsoft.com/office/officeart/2017/3/layout/DropPinTimeline"/>
    <dgm:cxn modelId="{F7118068-41E2-44BB-8714-21B62C5CB1EE}" type="presParOf" srcId="{4B2F6728-B974-4E90-ABCD-46DC45850297}" destId="{79C24149-9C98-4F24-A455-B062044D10FC}" srcOrd="1" destOrd="0" presId="urn:microsoft.com/office/officeart/2017/3/layout/DropPinTimeline"/>
    <dgm:cxn modelId="{73194B59-6DF5-4B74-AD0C-F8E6A27225B5}" type="presParOf" srcId="{79C24149-9C98-4F24-A455-B062044D10FC}" destId="{45AEFCA8-E43A-4581-8697-597323EDFBD6}" srcOrd="0" destOrd="0" presId="urn:microsoft.com/office/officeart/2017/3/layout/DropPinTimeline"/>
    <dgm:cxn modelId="{F998A7C0-DA1F-431F-8790-9DB07924D34C}" type="presParOf" srcId="{45AEFCA8-E43A-4581-8697-597323EDFBD6}" destId="{E119260E-10A0-432B-A8BE-E2A57E769170}" srcOrd="0" destOrd="0" presId="urn:microsoft.com/office/officeart/2017/3/layout/DropPinTimeline"/>
    <dgm:cxn modelId="{57705064-4F2A-4F66-8FD1-EC194CE3F7B5}" type="presParOf" srcId="{45AEFCA8-E43A-4581-8697-597323EDFBD6}" destId="{B05711BC-0F12-4E64-9948-A1D27D1A27A7}" srcOrd="1" destOrd="0" presId="urn:microsoft.com/office/officeart/2017/3/layout/DropPinTimeline"/>
    <dgm:cxn modelId="{E62B066D-1247-4ABF-BFDA-4BFE48EA8AAE}" type="presParOf" srcId="{B05711BC-0F12-4E64-9948-A1D27D1A27A7}" destId="{36DF7F12-0564-4FC1-AFAE-A0816BC13C3A}" srcOrd="0" destOrd="0" presId="urn:microsoft.com/office/officeart/2017/3/layout/DropPinTimeline"/>
    <dgm:cxn modelId="{779B3126-EEC7-446E-B74A-C743B0A81AC7}" type="presParOf" srcId="{B05711BC-0F12-4E64-9948-A1D27D1A27A7}" destId="{25DE2F98-B3F9-4214-BB39-0747B726C1A7}" srcOrd="1" destOrd="0" presId="urn:microsoft.com/office/officeart/2017/3/layout/DropPinTimeline"/>
    <dgm:cxn modelId="{9308F96A-BEAE-4E15-A5C6-52C08FA0DC72}" type="presParOf" srcId="{45AEFCA8-E43A-4581-8697-597323EDFBD6}" destId="{B3080B56-3BF7-40F9-A47D-B3CDADE56658}" srcOrd="2" destOrd="0" presId="urn:microsoft.com/office/officeart/2017/3/layout/DropPinTimeline"/>
    <dgm:cxn modelId="{1A65CA40-962B-4E97-8137-BCEE9A82BB1C}" type="presParOf" srcId="{45AEFCA8-E43A-4581-8697-597323EDFBD6}" destId="{752484CE-905E-44BA-AF55-EBDDA237945E}" srcOrd="3" destOrd="0" presId="urn:microsoft.com/office/officeart/2017/3/layout/DropPinTimeline"/>
    <dgm:cxn modelId="{5F482FA3-3C82-43C0-BE67-EC0DDA83F581}" type="presParOf" srcId="{45AEFCA8-E43A-4581-8697-597323EDFBD6}" destId="{C367A36F-0570-4DFE-86A2-0E12C952FD08}" srcOrd="4" destOrd="0" presId="urn:microsoft.com/office/officeart/2017/3/layout/DropPinTimeline"/>
    <dgm:cxn modelId="{06475361-AB36-4CCA-8A2E-C49ABCD0060A}" type="presParOf" srcId="{45AEFCA8-E43A-4581-8697-597323EDFBD6}" destId="{A9F3CBDA-00D3-451F-BDC1-02A0B1333C12}" srcOrd="5" destOrd="0" presId="urn:microsoft.com/office/officeart/2017/3/layout/DropPinTimeline"/>
    <dgm:cxn modelId="{7B5D7C70-43F0-484A-9E8E-584C84DA8106}" type="presParOf" srcId="{79C24149-9C98-4F24-A455-B062044D10FC}" destId="{E3051976-7329-43DC-AEC4-DCBB1DFF1974}" srcOrd="1" destOrd="0" presId="urn:microsoft.com/office/officeart/2017/3/layout/DropPinTimeline"/>
    <dgm:cxn modelId="{DFFE4AE3-1627-4DEE-B761-357AB7681CF8}" type="presParOf" srcId="{79C24149-9C98-4F24-A455-B062044D10FC}" destId="{5AD631E5-6430-4D7B-9CEC-B291144EAA33}" srcOrd="2" destOrd="0" presId="urn:microsoft.com/office/officeart/2017/3/layout/DropPinTimeline"/>
    <dgm:cxn modelId="{3AA2F135-5B56-4772-A5AA-767FBBB45E69}" type="presParOf" srcId="{5AD631E5-6430-4D7B-9CEC-B291144EAA33}" destId="{9C60BA77-597D-44E6-8734-3DB31248B092}" srcOrd="0" destOrd="0" presId="urn:microsoft.com/office/officeart/2017/3/layout/DropPinTimeline"/>
    <dgm:cxn modelId="{C66F8CAD-F34A-4A5F-8D36-6E469245238C}" type="presParOf" srcId="{5AD631E5-6430-4D7B-9CEC-B291144EAA33}" destId="{10C39826-8E4A-4EF6-8C87-CFAC5C6FD876}" srcOrd="1" destOrd="0" presId="urn:microsoft.com/office/officeart/2017/3/layout/DropPinTimeline"/>
    <dgm:cxn modelId="{F645CEFF-9268-4389-BA9C-CB6C36F48E2D}" type="presParOf" srcId="{10C39826-8E4A-4EF6-8C87-CFAC5C6FD876}" destId="{2262D499-E965-4CBE-98E0-836E31A522D5}" srcOrd="0" destOrd="0" presId="urn:microsoft.com/office/officeart/2017/3/layout/DropPinTimeline"/>
    <dgm:cxn modelId="{5C706722-83A4-4934-B099-43E66E85377C}" type="presParOf" srcId="{10C39826-8E4A-4EF6-8C87-CFAC5C6FD876}" destId="{1334CB81-2F52-4206-A8F6-0A0C262392F5}" srcOrd="1" destOrd="0" presId="urn:microsoft.com/office/officeart/2017/3/layout/DropPinTimeline"/>
    <dgm:cxn modelId="{E3016C57-035E-416F-BA69-336B78DB095F}" type="presParOf" srcId="{5AD631E5-6430-4D7B-9CEC-B291144EAA33}" destId="{15FB542A-CF72-4AA6-B87F-DCEB5169B14B}" srcOrd="2" destOrd="0" presId="urn:microsoft.com/office/officeart/2017/3/layout/DropPinTimeline"/>
    <dgm:cxn modelId="{D0343590-CFE2-474B-81FC-D7FBB8BE7036}" type="presParOf" srcId="{5AD631E5-6430-4D7B-9CEC-B291144EAA33}" destId="{1E3E6052-C6E9-460D-B5BB-54050ABF2C72}" srcOrd="3" destOrd="0" presId="urn:microsoft.com/office/officeart/2017/3/layout/DropPinTimeline"/>
    <dgm:cxn modelId="{B5EAACE1-CAC5-4C58-B6CC-BCBD8F78BE2D}" type="presParOf" srcId="{5AD631E5-6430-4D7B-9CEC-B291144EAA33}" destId="{368706B8-1365-4EFC-AAD0-49EB99BA6087}" srcOrd="4" destOrd="0" presId="urn:microsoft.com/office/officeart/2017/3/layout/DropPinTimeline"/>
    <dgm:cxn modelId="{A9E51ADC-CE85-4D03-A290-818AB75A28B4}" type="presParOf" srcId="{5AD631E5-6430-4D7B-9CEC-B291144EAA33}" destId="{8CA44AC3-1411-44A7-A91C-8DF3747BFA70}" srcOrd="5" destOrd="0" presId="urn:microsoft.com/office/officeart/2017/3/layout/DropPinTimeline"/>
    <dgm:cxn modelId="{644DD198-26A8-4519-B0E1-B5787B432548}" type="presParOf" srcId="{79C24149-9C98-4F24-A455-B062044D10FC}" destId="{F60578D7-3B9D-4F08-9CD1-CA2B74793CA6}" srcOrd="3" destOrd="0" presId="urn:microsoft.com/office/officeart/2017/3/layout/DropPinTimeline"/>
    <dgm:cxn modelId="{076AE1CA-9A55-40D6-9FDA-85A477FCE750}" type="presParOf" srcId="{79C24149-9C98-4F24-A455-B062044D10FC}" destId="{E6F8BABC-3300-4DA6-B9A9-F41F8F7284A6}" srcOrd="4" destOrd="0" presId="urn:microsoft.com/office/officeart/2017/3/layout/DropPinTimeline"/>
    <dgm:cxn modelId="{F29CE6E3-6457-427E-93FE-ECC976DE398A}" type="presParOf" srcId="{E6F8BABC-3300-4DA6-B9A9-F41F8F7284A6}" destId="{CE667D30-E987-44E1-9E6D-49CBE22D227C}" srcOrd="0" destOrd="0" presId="urn:microsoft.com/office/officeart/2017/3/layout/DropPinTimeline"/>
    <dgm:cxn modelId="{02E9008C-75BC-42A7-8485-3FBF1BEA2F86}" type="presParOf" srcId="{E6F8BABC-3300-4DA6-B9A9-F41F8F7284A6}" destId="{E394BCBB-F9FA-4204-8A3B-3A9AD4127D8E}" srcOrd="1" destOrd="0" presId="urn:microsoft.com/office/officeart/2017/3/layout/DropPinTimeline"/>
    <dgm:cxn modelId="{FF508421-FAA4-4201-8508-9F0B69E991CD}" type="presParOf" srcId="{E394BCBB-F9FA-4204-8A3B-3A9AD4127D8E}" destId="{1FCBCF27-164D-4AF7-87AF-BEA619C5F00A}" srcOrd="0" destOrd="0" presId="urn:microsoft.com/office/officeart/2017/3/layout/DropPinTimeline"/>
    <dgm:cxn modelId="{F2E76AF7-B29A-45C4-BBD0-62D23585812E}" type="presParOf" srcId="{E394BCBB-F9FA-4204-8A3B-3A9AD4127D8E}" destId="{EC762BDC-7457-4142-B1B0-5D7E2EFDCEA0}" srcOrd="1" destOrd="0" presId="urn:microsoft.com/office/officeart/2017/3/layout/DropPinTimeline"/>
    <dgm:cxn modelId="{1856672A-F3E3-4674-9F6C-A95E27240C13}" type="presParOf" srcId="{E6F8BABC-3300-4DA6-B9A9-F41F8F7284A6}" destId="{A8B06E09-289C-45D7-B9BD-4D2C91A518F0}" srcOrd="2" destOrd="0" presId="urn:microsoft.com/office/officeart/2017/3/layout/DropPinTimeline"/>
    <dgm:cxn modelId="{D2957EA5-C038-457D-BEA0-15A27C6CD26E}" type="presParOf" srcId="{E6F8BABC-3300-4DA6-B9A9-F41F8F7284A6}" destId="{3908BF01-57A5-4BD4-B40B-C6626564BE26}" srcOrd="3" destOrd="0" presId="urn:microsoft.com/office/officeart/2017/3/layout/DropPinTimeline"/>
    <dgm:cxn modelId="{92A434EF-DA2B-4069-8885-2A83A70999E3}" type="presParOf" srcId="{E6F8BABC-3300-4DA6-B9A9-F41F8F7284A6}" destId="{B79ABE3F-3EFF-4B33-9DCF-512D4CBE7723}" srcOrd="4" destOrd="0" presId="urn:microsoft.com/office/officeart/2017/3/layout/DropPinTimeline"/>
    <dgm:cxn modelId="{AE13507E-74D9-4AE3-9143-19C6F28CE57D}" type="presParOf" srcId="{E6F8BABC-3300-4DA6-B9A9-F41F8F7284A6}" destId="{91DCB466-ADB0-4979-87AC-460EAD73B94E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F35721C-6CBE-494E-9644-73990CD71C9D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4BA2E8A-57CF-4A4D-AC3B-EC0F05BE637C}">
      <dgm:prSet/>
      <dgm:spPr/>
      <dgm:t>
        <a:bodyPr/>
        <a:lstStyle/>
        <a:p>
          <a:r>
            <a:rPr lang="en-US"/>
            <a:t>• Intangible</a:t>
          </a:r>
        </a:p>
      </dgm:t>
    </dgm:pt>
    <dgm:pt modelId="{39366E74-6841-4BD2-9D79-F7839468D202}" type="parTrans" cxnId="{F69523EB-85D2-4B43-99AF-FC956144C884}">
      <dgm:prSet/>
      <dgm:spPr/>
      <dgm:t>
        <a:bodyPr/>
        <a:lstStyle/>
        <a:p>
          <a:endParaRPr lang="en-US"/>
        </a:p>
      </dgm:t>
    </dgm:pt>
    <dgm:pt modelId="{BC814FEB-4E8F-402F-BE27-E400F5A384C0}" type="sibTrans" cxnId="{F69523EB-85D2-4B43-99AF-FC956144C884}">
      <dgm:prSet/>
      <dgm:spPr/>
      <dgm:t>
        <a:bodyPr/>
        <a:lstStyle/>
        <a:p>
          <a:endParaRPr lang="en-US"/>
        </a:p>
      </dgm:t>
    </dgm:pt>
    <dgm:pt modelId="{89E64671-AFC4-4465-A2A3-E894266897E0}">
      <dgm:prSet/>
      <dgm:spPr/>
      <dgm:t>
        <a:bodyPr/>
        <a:lstStyle/>
        <a:p>
          <a:r>
            <a:rPr lang="en-US"/>
            <a:t>• Alto contenido intelectual</a:t>
          </a:r>
        </a:p>
      </dgm:t>
    </dgm:pt>
    <dgm:pt modelId="{82E12A42-D567-43BD-9B32-8154D96252AF}" type="parTrans" cxnId="{1531BCF8-0B24-4D35-8157-B3F4425059F1}">
      <dgm:prSet/>
      <dgm:spPr/>
      <dgm:t>
        <a:bodyPr/>
        <a:lstStyle/>
        <a:p>
          <a:endParaRPr lang="en-US"/>
        </a:p>
      </dgm:t>
    </dgm:pt>
    <dgm:pt modelId="{32A16A2E-108A-48D3-A794-A76D404D4466}" type="sibTrans" cxnId="{1531BCF8-0B24-4D35-8157-B3F4425059F1}">
      <dgm:prSet/>
      <dgm:spPr/>
      <dgm:t>
        <a:bodyPr/>
        <a:lstStyle/>
        <a:p>
          <a:endParaRPr lang="en-US"/>
        </a:p>
      </dgm:t>
    </dgm:pt>
    <dgm:pt modelId="{09049288-1439-46CB-A9A5-C0F0BE1B8C6B}">
      <dgm:prSet/>
      <dgm:spPr/>
      <dgm:t>
        <a:bodyPr/>
        <a:lstStyle/>
        <a:p>
          <a:r>
            <a:rPr lang="en-US"/>
            <a:t>• Mano de obra intensiva</a:t>
          </a:r>
        </a:p>
      </dgm:t>
    </dgm:pt>
    <dgm:pt modelId="{F488491A-B17E-45C0-82CC-2D68532C5A67}" type="parTrans" cxnId="{03AAD7E4-7898-45F4-90B0-015735D8BA21}">
      <dgm:prSet/>
      <dgm:spPr/>
      <dgm:t>
        <a:bodyPr/>
        <a:lstStyle/>
        <a:p>
          <a:endParaRPr lang="en-US"/>
        </a:p>
      </dgm:t>
    </dgm:pt>
    <dgm:pt modelId="{A17B0CA3-EAE0-4BDA-8B2D-6ADDE891968B}" type="sibTrans" cxnId="{03AAD7E4-7898-45F4-90B0-015735D8BA21}">
      <dgm:prSet/>
      <dgm:spPr/>
      <dgm:t>
        <a:bodyPr/>
        <a:lstStyle/>
        <a:p>
          <a:endParaRPr lang="en-US"/>
        </a:p>
      </dgm:t>
    </dgm:pt>
    <dgm:pt modelId="{691C6296-CFFF-4E79-B7D0-7F1F0D970C4D}">
      <dgm:prSet/>
      <dgm:spPr/>
      <dgm:t>
        <a:bodyPr/>
        <a:lstStyle/>
        <a:p>
          <a:r>
            <a:rPr lang="en-US"/>
            <a:t>• Modificable</a:t>
          </a:r>
        </a:p>
      </dgm:t>
    </dgm:pt>
    <dgm:pt modelId="{B56B3D4C-2D6D-4F00-9500-574B76ECF38B}" type="parTrans" cxnId="{4248158C-7B8C-4E76-B4D3-271F1E705737}">
      <dgm:prSet/>
      <dgm:spPr/>
      <dgm:t>
        <a:bodyPr/>
        <a:lstStyle/>
        <a:p>
          <a:endParaRPr lang="en-US"/>
        </a:p>
      </dgm:t>
    </dgm:pt>
    <dgm:pt modelId="{56CBBEC3-745C-4CB8-BB70-A69B62A358E4}" type="sibTrans" cxnId="{4248158C-7B8C-4E76-B4D3-271F1E705737}">
      <dgm:prSet/>
      <dgm:spPr/>
      <dgm:t>
        <a:bodyPr/>
        <a:lstStyle/>
        <a:p>
          <a:endParaRPr lang="en-US"/>
        </a:p>
      </dgm:t>
    </dgm:pt>
    <dgm:pt modelId="{24E36579-8B81-41A2-83E4-860B8AEB71B4}">
      <dgm:prSet/>
      <dgm:spPr/>
      <dgm:t>
        <a:bodyPr/>
        <a:lstStyle/>
        <a:p>
          <a:r>
            <a:rPr lang="en-US"/>
            <a:t>• Sin separación clara entre desarrollo y producción</a:t>
          </a:r>
        </a:p>
      </dgm:t>
    </dgm:pt>
    <dgm:pt modelId="{113C3199-14D8-4CF2-861A-8C0C167C4D08}" type="parTrans" cxnId="{95990D1A-ADBE-44B6-9C2D-F37EA56174A4}">
      <dgm:prSet/>
      <dgm:spPr/>
      <dgm:t>
        <a:bodyPr/>
        <a:lstStyle/>
        <a:p>
          <a:endParaRPr lang="en-US"/>
        </a:p>
      </dgm:t>
    </dgm:pt>
    <dgm:pt modelId="{07620A66-066C-4B6A-A957-1C9B9D8A3408}" type="sibTrans" cxnId="{95990D1A-ADBE-44B6-9C2D-F37EA56174A4}">
      <dgm:prSet/>
      <dgm:spPr/>
      <dgm:t>
        <a:bodyPr/>
        <a:lstStyle/>
        <a:p>
          <a:endParaRPr lang="en-US"/>
        </a:p>
      </dgm:t>
    </dgm:pt>
    <dgm:pt modelId="{EABF6E15-E0DA-498D-9DBD-C9C49A2C38AE}">
      <dgm:prSet/>
      <dgm:spPr/>
      <dgm:t>
        <a:bodyPr/>
        <a:lstStyle/>
        <a:p>
          <a:r>
            <a:rPr lang="en-US"/>
            <a:t>• Necesidad de gestión de comunicación en equipos</a:t>
          </a:r>
        </a:p>
      </dgm:t>
    </dgm:pt>
    <dgm:pt modelId="{E4E8D33C-885B-44A5-B874-7E66509E16AD}" type="parTrans" cxnId="{70E15DD3-8148-4386-AA42-C76F0D9FE7D5}">
      <dgm:prSet/>
      <dgm:spPr/>
      <dgm:t>
        <a:bodyPr/>
        <a:lstStyle/>
        <a:p>
          <a:endParaRPr lang="en-US"/>
        </a:p>
      </dgm:t>
    </dgm:pt>
    <dgm:pt modelId="{31FA4FD0-0170-4C57-8183-A4F424453E0A}" type="sibTrans" cxnId="{70E15DD3-8148-4386-AA42-C76F0D9FE7D5}">
      <dgm:prSet/>
      <dgm:spPr/>
      <dgm:t>
        <a:bodyPr/>
        <a:lstStyle/>
        <a:p>
          <a:endParaRPr lang="en-US"/>
        </a:p>
      </dgm:t>
    </dgm:pt>
    <dgm:pt modelId="{1A351560-8A98-4ABF-B241-F34C18146BD3}" type="pres">
      <dgm:prSet presAssocID="{9F35721C-6CBE-494E-9644-73990CD71C9D}" presName="Name0" presStyleCnt="0">
        <dgm:presLayoutVars>
          <dgm:dir/>
          <dgm:resizeHandles val="exact"/>
        </dgm:presLayoutVars>
      </dgm:prSet>
      <dgm:spPr/>
    </dgm:pt>
    <dgm:pt modelId="{79E17D98-755D-48EA-8064-D8C7FBE2A06C}" type="pres">
      <dgm:prSet presAssocID="{14BA2E8A-57CF-4A4D-AC3B-EC0F05BE637C}" presName="node" presStyleLbl="node1" presStyleIdx="0" presStyleCnt="6">
        <dgm:presLayoutVars>
          <dgm:bulletEnabled val="1"/>
        </dgm:presLayoutVars>
      </dgm:prSet>
      <dgm:spPr/>
    </dgm:pt>
    <dgm:pt modelId="{A0ECA6D0-DA81-4236-B907-DE4D8D3B67F2}" type="pres">
      <dgm:prSet presAssocID="{BC814FEB-4E8F-402F-BE27-E400F5A384C0}" presName="sibTrans" presStyleLbl="sibTrans1D1" presStyleIdx="0" presStyleCnt="5"/>
      <dgm:spPr/>
    </dgm:pt>
    <dgm:pt modelId="{7A502A38-9B74-48DA-B6CE-8869BBC05A1D}" type="pres">
      <dgm:prSet presAssocID="{BC814FEB-4E8F-402F-BE27-E400F5A384C0}" presName="connectorText" presStyleLbl="sibTrans1D1" presStyleIdx="0" presStyleCnt="5"/>
      <dgm:spPr/>
    </dgm:pt>
    <dgm:pt modelId="{E79024F9-2C74-4451-A140-364C69CC9C8A}" type="pres">
      <dgm:prSet presAssocID="{89E64671-AFC4-4465-A2A3-E894266897E0}" presName="node" presStyleLbl="node1" presStyleIdx="1" presStyleCnt="6">
        <dgm:presLayoutVars>
          <dgm:bulletEnabled val="1"/>
        </dgm:presLayoutVars>
      </dgm:prSet>
      <dgm:spPr/>
    </dgm:pt>
    <dgm:pt modelId="{30954D71-FB0E-42BC-A4F7-029033DD9CFE}" type="pres">
      <dgm:prSet presAssocID="{32A16A2E-108A-48D3-A794-A76D404D4466}" presName="sibTrans" presStyleLbl="sibTrans1D1" presStyleIdx="1" presStyleCnt="5"/>
      <dgm:spPr/>
    </dgm:pt>
    <dgm:pt modelId="{9213DC90-CC8C-4235-9C52-68B32689C99B}" type="pres">
      <dgm:prSet presAssocID="{32A16A2E-108A-48D3-A794-A76D404D4466}" presName="connectorText" presStyleLbl="sibTrans1D1" presStyleIdx="1" presStyleCnt="5"/>
      <dgm:spPr/>
    </dgm:pt>
    <dgm:pt modelId="{ABFD1CF2-FA26-49E4-A38E-EE721008131A}" type="pres">
      <dgm:prSet presAssocID="{09049288-1439-46CB-A9A5-C0F0BE1B8C6B}" presName="node" presStyleLbl="node1" presStyleIdx="2" presStyleCnt="6">
        <dgm:presLayoutVars>
          <dgm:bulletEnabled val="1"/>
        </dgm:presLayoutVars>
      </dgm:prSet>
      <dgm:spPr/>
    </dgm:pt>
    <dgm:pt modelId="{F299DB27-E669-44E2-8E53-1842331286B2}" type="pres">
      <dgm:prSet presAssocID="{A17B0CA3-EAE0-4BDA-8B2D-6ADDE891968B}" presName="sibTrans" presStyleLbl="sibTrans1D1" presStyleIdx="2" presStyleCnt="5"/>
      <dgm:spPr/>
    </dgm:pt>
    <dgm:pt modelId="{85CF3847-AEEA-4E2B-8844-4C6039709A51}" type="pres">
      <dgm:prSet presAssocID="{A17B0CA3-EAE0-4BDA-8B2D-6ADDE891968B}" presName="connectorText" presStyleLbl="sibTrans1D1" presStyleIdx="2" presStyleCnt="5"/>
      <dgm:spPr/>
    </dgm:pt>
    <dgm:pt modelId="{E345214A-1828-4E8C-9F11-ABDF53C6E6F1}" type="pres">
      <dgm:prSet presAssocID="{691C6296-CFFF-4E79-B7D0-7F1F0D970C4D}" presName="node" presStyleLbl="node1" presStyleIdx="3" presStyleCnt="6">
        <dgm:presLayoutVars>
          <dgm:bulletEnabled val="1"/>
        </dgm:presLayoutVars>
      </dgm:prSet>
      <dgm:spPr/>
    </dgm:pt>
    <dgm:pt modelId="{33F56F43-E168-425C-96D2-2ECBDFD83EEF}" type="pres">
      <dgm:prSet presAssocID="{56CBBEC3-745C-4CB8-BB70-A69B62A358E4}" presName="sibTrans" presStyleLbl="sibTrans1D1" presStyleIdx="3" presStyleCnt="5"/>
      <dgm:spPr/>
    </dgm:pt>
    <dgm:pt modelId="{F9B6D84B-AAAF-4E88-961E-1539D8F75A72}" type="pres">
      <dgm:prSet presAssocID="{56CBBEC3-745C-4CB8-BB70-A69B62A358E4}" presName="connectorText" presStyleLbl="sibTrans1D1" presStyleIdx="3" presStyleCnt="5"/>
      <dgm:spPr/>
    </dgm:pt>
    <dgm:pt modelId="{F24D1EA7-7FA2-4E9E-99B1-7F5B381BE765}" type="pres">
      <dgm:prSet presAssocID="{24E36579-8B81-41A2-83E4-860B8AEB71B4}" presName="node" presStyleLbl="node1" presStyleIdx="4" presStyleCnt="6">
        <dgm:presLayoutVars>
          <dgm:bulletEnabled val="1"/>
        </dgm:presLayoutVars>
      </dgm:prSet>
      <dgm:spPr/>
    </dgm:pt>
    <dgm:pt modelId="{8D118392-8734-4F65-AC27-03DA978A9611}" type="pres">
      <dgm:prSet presAssocID="{07620A66-066C-4B6A-A957-1C9B9D8A3408}" presName="sibTrans" presStyleLbl="sibTrans1D1" presStyleIdx="4" presStyleCnt="5"/>
      <dgm:spPr/>
    </dgm:pt>
    <dgm:pt modelId="{F95921E8-F5CD-4A21-9129-19A5BB64AC2B}" type="pres">
      <dgm:prSet presAssocID="{07620A66-066C-4B6A-A957-1C9B9D8A3408}" presName="connectorText" presStyleLbl="sibTrans1D1" presStyleIdx="4" presStyleCnt="5"/>
      <dgm:spPr/>
    </dgm:pt>
    <dgm:pt modelId="{DC578DAE-D200-43EA-952E-93BD3CC90B1D}" type="pres">
      <dgm:prSet presAssocID="{EABF6E15-E0DA-498D-9DBD-C9C49A2C38AE}" presName="node" presStyleLbl="node1" presStyleIdx="5" presStyleCnt="6">
        <dgm:presLayoutVars>
          <dgm:bulletEnabled val="1"/>
        </dgm:presLayoutVars>
      </dgm:prSet>
      <dgm:spPr/>
    </dgm:pt>
  </dgm:ptLst>
  <dgm:cxnLst>
    <dgm:cxn modelId="{95990D1A-ADBE-44B6-9C2D-F37EA56174A4}" srcId="{9F35721C-6CBE-494E-9644-73990CD71C9D}" destId="{24E36579-8B81-41A2-83E4-860B8AEB71B4}" srcOrd="4" destOrd="0" parTransId="{113C3199-14D8-4CF2-861A-8C0C167C4D08}" sibTransId="{07620A66-066C-4B6A-A957-1C9B9D8A3408}"/>
    <dgm:cxn modelId="{AB2E5923-7940-4691-B18A-885A1C47C763}" type="presOf" srcId="{07620A66-066C-4B6A-A957-1C9B9D8A3408}" destId="{F95921E8-F5CD-4A21-9129-19A5BB64AC2B}" srcOrd="1" destOrd="0" presId="urn:microsoft.com/office/officeart/2016/7/layout/RepeatingBendingProcessNew"/>
    <dgm:cxn modelId="{E9EBA82C-99F4-4F47-91AD-F1F98A98C6C4}" type="presOf" srcId="{24E36579-8B81-41A2-83E4-860B8AEB71B4}" destId="{F24D1EA7-7FA2-4E9E-99B1-7F5B381BE765}" srcOrd="0" destOrd="0" presId="urn:microsoft.com/office/officeart/2016/7/layout/RepeatingBendingProcessNew"/>
    <dgm:cxn modelId="{3C378B3C-C1CB-4ADE-9F37-E3D83E2E0415}" type="presOf" srcId="{EABF6E15-E0DA-498D-9DBD-C9C49A2C38AE}" destId="{DC578DAE-D200-43EA-952E-93BD3CC90B1D}" srcOrd="0" destOrd="0" presId="urn:microsoft.com/office/officeart/2016/7/layout/RepeatingBendingProcessNew"/>
    <dgm:cxn modelId="{CAD1763D-4AE5-4D75-9407-5572A8AC62CB}" type="presOf" srcId="{9F35721C-6CBE-494E-9644-73990CD71C9D}" destId="{1A351560-8A98-4ABF-B241-F34C18146BD3}" srcOrd="0" destOrd="0" presId="urn:microsoft.com/office/officeart/2016/7/layout/RepeatingBendingProcessNew"/>
    <dgm:cxn modelId="{E0E7E769-5439-46AA-BFB6-D47B8A48A205}" type="presOf" srcId="{32A16A2E-108A-48D3-A794-A76D404D4466}" destId="{9213DC90-CC8C-4235-9C52-68B32689C99B}" srcOrd="1" destOrd="0" presId="urn:microsoft.com/office/officeart/2016/7/layout/RepeatingBendingProcessNew"/>
    <dgm:cxn modelId="{E9773458-4060-4A99-BD4F-EBA557CC84FB}" type="presOf" srcId="{A17B0CA3-EAE0-4BDA-8B2D-6ADDE891968B}" destId="{85CF3847-AEEA-4E2B-8844-4C6039709A51}" srcOrd="1" destOrd="0" presId="urn:microsoft.com/office/officeart/2016/7/layout/RepeatingBendingProcessNew"/>
    <dgm:cxn modelId="{E03D6E79-3CA9-4736-BF62-ED32E7DF797C}" type="presOf" srcId="{A17B0CA3-EAE0-4BDA-8B2D-6ADDE891968B}" destId="{F299DB27-E669-44E2-8E53-1842331286B2}" srcOrd="0" destOrd="0" presId="urn:microsoft.com/office/officeart/2016/7/layout/RepeatingBendingProcessNew"/>
    <dgm:cxn modelId="{E7F85E7C-9AC5-404E-BBC6-97B335D69450}" type="presOf" srcId="{56CBBEC3-745C-4CB8-BB70-A69B62A358E4}" destId="{F9B6D84B-AAAF-4E88-961E-1539D8F75A72}" srcOrd="1" destOrd="0" presId="urn:microsoft.com/office/officeart/2016/7/layout/RepeatingBendingProcessNew"/>
    <dgm:cxn modelId="{C1937287-A3A6-415F-9870-73D1B915556D}" type="presOf" srcId="{07620A66-066C-4B6A-A957-1C9B9D8A3408}" destId="{8D118392-8734-4F65-AC27-03DA978A9611}" srcOrd="0" destOrd="0" presId="urn:microsoft.com/office/officeart/2016/7/layout/RepeatingBendingProcessNew"/>
    <dgm:cxn modelId="{4248158C-7B8C-4E76-B4D3-271F1E705737}" srcId="{9F35721C-6CBE-494E-9644-73990CD71C9D}" destId="{691C6296-CFFF-4E79-B7D0-7F1F0D970C4D}" srcOrd="3" destOrd="0" parTransId="{B56B3D4C-2D6D-4F00-9500-574B76ECF38B}" sibTransId="{56CBBEC3-745C-4CB8-BB70-A69B62A358E4}"/>
    <dgm:cxn modelId="{FFBDBE9A-69C8-4B20-87B8-207EE4A84B1B}" type="presOf" srcId="{09049288-1439-46CB-A9A5-C0F0BE1B8C6B}" destId="{ABFD1CF2-FA26-49E4-A38E-EE721008131A}" srcOrd="0" destOrd="0" presId="urn:microsoft.com/office/officeart/2016/7/layout/RepeatingBendingProcessNew"/>
    <dgm:cxn modelId="{1F8E0E9D-DEEA-43FE-85A4-23AE1D0259A0}" type="presOf" srcId="{32A16A2E-108A-48D3-A794-A76D404D4466}" destId="{30954D71-FB0E-42BC-A4F7-029033DD9CFE}" srcOrd="0" destOrd="0" presId="urn:microsoft.com/office/officeart/2016/7/layout/RepeatingBendingProcessNew"/>
    <dgm:cxn modelId="{112CDAA5-23D5-40A7-A57C-A33EAC01BA69}" type="presOf" srcId="{56CBBEC3-745C-4CB8-BB70-A69B62A358E4}" destId="{33F56F43-E168-425C-96D2-2ECBDFD83EEF}" srcOrd="0" destOrd="0" presId="urn:microsoft.com/office/officeart/2016/7/layout/RepeatingBendingProcessNew"/>
    <dgm:cxn modelId="{6FB792A6-6872-4BE4-B350-5CA697B93724}" type="presOf" srcId="{BC814FEB-4E8F-402F-BE27-E400F5A384C0}" destId="{7A502A38-9B74-48DA-B6CE-8869BBC05A1D}" srcOrd="1" destOrd="0" presId="urn:microsoft.com/office/officeart/2016/7/layout/RepeatingBendingProcessNew"/>
    <dgm:cxn modelId="{FA79C6B1-6341-4C5D-A714-8381E25622ED}" type="presOf" srcId="{89E64671-AFC4-4465-A2A3-E894266897E0}" destId="{E79024F9-2C74-4451-A140-364C69CC9C8A}" srcOrd="0" destOrd="0" presId="urn:microsoft.com/office/officeart/2016/7/layout/RepeatingBendingProcessNew"/>
    <dgm:cxn modelId="{FB62B7B7-286E-4C6A-A6EC-56AC937018E0}" type="presOf" srcId="{BC814FEB-4E8F-402F-BE27-E400F5A384C0}" destId="{A0ECA6D0-DA81-4236-B907-DE4D8D3B67F2}" srcOrd="0" destOrd="0" presId="urn:microsoft.com/office/officeart/2016/7/layout/RepeatingBendingProcessNew"/>
    <dgm:cxn modelId="{C39886C2-83B5-43C2-86E9-6B13B8AF0F13}" type="presOf" srcId="{14BA2E8A-57CF-4A4D-AC3B-EC0F05BE637C}" destId="{79E17D98-755D-48EA-8064-D8C7FBE2A06C}" srcOrd="0" destOrd="0" presId="urn:microsoft.com/office/officeart/2016/7/layout/RepeatingBendingProcessNew"/>
    <dgm:cxn modelId="{70E15DD3-8148-4386-AA42-C76F0D9FE7D5}" srcId="{9F35721C-6CBE-494E-9644-73990CD71C9D}" destId="{EABF6E15-E0DA-498D-9DBD-C9C49A2C38AE}" srcOrd="5" destOrd="0" parTransId="{E4E8D33C-885B-44A5-B874-7E66509E16AD}" sibTransId="{31FA4FD0-0170-4C57-8183-A4F424453E0A}"/>
    <dgm:cxn modelId="{03AAD7E4-7898-45F4-90B0-015735D8BA21}" srcId="{9F35721C-6CBE-494E-9644-73990CD71C9D}" destId="{09049288-1439-46CB-A9A5-C0F0BE1B8C6B}" srcOrd="2" destOrd="0" parTransId="{F488491A-B17E-45C0-82CC-2D68532C5A67}" sibTransId="{A17B0CA3-EAE0-4BDA-8B2D-6ADDE891968B}"/>
    <dgm:cxn modelId="{F69523EB-85D2-4B43-99AF-FC956144C884}" srcId="{9F35721C-6CBE-494E-9644-73990CD71C9D}" destId="{14BA2E8A-57CF-4A4D-AC3B-EC0F05BE637C}" srcOrd="0" destOrd="0" parTransId="{39366E74-6841-4BD2-9D79-F7839468D202}" sibTransId="{BC814FEB-4E8F-402F-BE27-E400F5A384C0}"/>
    <dgm:cxn modelId="{CD8BA3F6-AB14-416C-AAC6-5EF4E3896481}" type="presOf" srcId="{691C6296-CFFF-4E79-B7D0-7F1F0D970C4D}" destId="{E345214A-1828-4E8C-9F11-ABDF53C6E6F1}" srcOrd="0" destOrd="0" presId="urn:microsoft.com/office/officeart/2016/7/layout/RepeatingBendingProcessNew"/>
    <dgm:cxn modelId="{1531BCF8-0B24-4D35-8157-B3F4425059F1}" srcId="{9F35721C-6CBE-494E-9644-73990CD71C9D}" destId="{89E64671-AFC4-4465-A2A3-E894266897E0}" srcOrd="1" destOrd="0" parTransId="{82E12A42-D567-43BD-9B32-8154D96252AF}" sibTransId="{32A16A2E-108A-48D3-A794-A76D404D4466}"/>
    <dgm:cxn modelId="{BBC16A0B-C797-4899-B24E-3221715EA90C}" type="presParOf" srcId="{1A351560-8A98-4ABF-B241-F34C18146BD3}" destId="{79E17D98-755D-48EA-8064-D8C7FBE2A06C}" srcOrd="0" destOrd="0" presId="urn:microsoft.com/office/officeart/2016/7/layout/RepeatingBendingProcessNew"/>
    <dgm:cxn modelId="{C86E85FD-651E-4EE7-83AB-87129C372D53}" type="presParOf" srcId="{1A351560-8A98-4ABF-B241-F34C18146BD3}" destId="{A0ECA6D0-DA81-4236-B907-DE4D8D3B67F2}" srcOrd="1" destOrd="0" presId="urn:microsoft.com/office/officeart/2016/7/layout/RepeatingBendingProcessNew"/>
    <dgm:cxn modelId="{B0DCD835-8F5B-40BA-90A5-3C4E6CE6F473}" type="presParOf" srcId="{A0ECA6D0-DA81-4236-B907-DE4D8D3B67F2}" destId="{7A502A38-9B74-48DA-B6CE-8869BBC05A1D}" srcOrd="0" destOrd="0" presId="urn:microsoft.com/office/officeart/2016/7/layout/RepeatingBendingProcessNew"/>
    <dgm:cxn modelId="{6A23EB8C-AEF7-4563-BB7A-0F60E62599E5}" type="presParOf" srcId="{1A351560-8A98-4ABF-B241-F34C18146BD3}" destId="{E79024F9-2C74-4451-A140-364C69CC9C8A}" srcOrd="2" destOrd="0" presId="urn:microsoft.com/office/officeart/2016/7/layout/RepeatingBendingProcessNew"/>
    <dgm:cxn modelId="{20BFD9C1-3CD4-4190-B098-E28E714D9B07}" type="presParOf" srcId="{1A351560-8A98-4ABF-B241-F34C18146BD3}" destId="{30954D71-FB0E-42BC-A4F7-029033DD9CFE}" srcOrd="3" destOrd="0" presId="urn:microsoft.com/office/officeart/2016/7/layout/RepeatingBendingProcessNew"/>
    <dgm:cxn modelId="{A54E7242-07F4-4B0F-8D94-7CE03E437E4F}" type="presParOf" srcId="{30954D71-FB0E-42BC-A4F7-029033DD9CFE}" destId="{9213DC90-CC8C-4235-9C52-68B32689C99B}" srcOrd="0" destOrd="0" presId="urn:microsoft.com/office/officeart/2016/7/layout/RepeatingBendingProcessNew"/>
    <dgm:cxn modelId="{2B08AE64-089D-468F-9038-587288F4A86E}" type="presParOf" srcId="{1A351560-8A98-4ABF-B241-F34C18146BD3}" destId="{ABFD1CF2-FA26-49E4-A38E-EE721008131A}" srcOrd="4" destOrd="0" presId="urn:microsoft.com/office/officeart/2016/7/layout/RepeatingBendingProcessNew"/>
    <dgm:cxn modelId="{356F0D30-3F1C-44C3-8738-6F79EEB7B8BF}" type="presParOf" srcId="{1A351560-8A98-4ABF-B241-F34C18146BD3}" destId="{F299DB27-E669-44E2-8E53-1842331286B2}" srcOrd="5" destOrd="0" presId="urn:microsoft.com/office/officeart/2016/7/layout/RepeatingBendingProcessNew"/>
    <dgm:cxn modelId="{878C0EF4-7B51-41A7-91B0-6C10860CCAD8}" type="presParOf" srcId="{F299DB27-E669-44E2-8E53-1842331286B2}" destId="{85CF3847-AEEA-4E2B-8844-4C6039709A51}" srcOrd="0" destOrd="0" presId="urn:microsoft.com/office/officeart/2016/7/layout/RepeatingBendingProcessNew"/>
    <dgm:cxn modelId="{EAB5BF53-94F7-49B5-B7D6-D0F7C086BEAB}" type="presParOf" srcId="{1A351560-8A98-4ABF-B241-F34C18146BD3}" destId="{E345214A-1828-4E8C-9F11-ABDF53C6E6F1}" srcOrd="6" destOrd="0" presId="urn:microsoft.com/office/officeart/2016/7/layout/RepeatingBendingProcessNew"/>
    <dgm:cxn modelId="{F862485F-0D89-4A1E-8B33-752D0FC0643E}" type="presParOf" srcId="{1A351560-8A98-4ABF-B241-F34C18146BD3}" destId="{33F56F43-E168-425C-96D2-2ECBDFD83EEF}" srcOrd="7" destOrd="0" presId="urn:microsoft.com/office/officeart/2016/7/layout/RepeatingBendingProcessNew"/>
    <dgm:cxn modelId="{5E0C221E-DB48-49BD-9AA4-4E74387CF74B}" type="presParOf" srcId="{33F56F43-E168-425C-96D2-2ECBDFD83EEF}" destId="{F9B6D84B-AAAF-4E88-961E-1539D8F75A72}" srcOrd="0" destOrd="0" presId="urn:microsoft.com/office/officeart/2016/7/layout/RepeatingBendingProcessNew"/>
    <dgm:cxn modelId="{AA3DB293-0F21-4F8F-A042-349FB78CCF5F}" type="presParOf" srcId="{1A351560-8A98-4ABF-B241-F34C18146BD3}" destId="{F24D1EA7-7FA2-4E9E-99B1-7F5B381BE765}" srcOrd="8" destOrd="0" presId="urn:microsoft.com/office/officeart/2016/7/layout/RepeatingBendingProcessNew"/>
    <dgm:cxn modelId="{F7E5B0E4-F441-4FFE-8B45-0F927C031462}" type="presParOf" srcId="{1A351560-8A98-4ABF-B241-F34C18146BD3}" destId="{8D118392-8734-4F65-AC27-03DA978A9611}" srcOrd="9" destOrd="0" presId="urn:microsoft.com/office/officeart/2016/7/layout/RepeatingBendingProcessNew"/>
    <dgm:cxn modelId="{09CAAACE-4C96-4540-B351-379A7610D4C2}" type="presParOf" srcId="{8D118392-8734-4F65-AC27-03DA978A9611}" destId="{F95921E8-F5CD-4A21-9129-19A5BB64AC2B}" srcOrd="0" destOrd="0" presId="urn:microsoft.com/office/officeart/2016/7/layout/RepeatingBendingProcessNew"/>
    <dgm:cxn modelId="{5E7CEB93-6BC9-4CB0-A02C-01BD001B4FCC}" type="presParOf" srcId="{1A351560-8A98-4ABF-B241-F34C18146BD3}" destId="{DC578DAE-D200-43EA-952E-93BD3CC90B1D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805617C-5A24-4AA7-89DC-4BB0F95E464D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530C85A-90AF-4C65-A845-BC39E2EC488F}">
      <dgm:prSet/>
      <dgm:spPr/>
      <dgm:t>
        <a:bodyPr/>
        <a:lstStyle/>
        <a:p>
          <a:r>
            <a:rPr lang="en-US"/>
            <a:t>• Corrección funcional</a:t>
          </a:r>
        </a:p>
      </dgm:t>
    </dgm:pt>
    <dgm:pt modelId="{BEC4CF6B-3721-4F39-B02A-B2BBC24ED094}" type="parTrans" cxnId="{824352DC-566A-4627-B1B9-51D2ECF86A5A}">
      <dgm:prSet/>
      <dgm:spPr/>
      <dgm:t>
        <a:bodyPr/>
        <a:lstStyle/>
        <a:p>
          <a:endParaRPr lang="en-US"/>
        </a:p>
      </dgm:t>
    </dgm:pt>
    <dgm:pt modelId="{98366EAE-DD6C-498E-A0BB-BBE3AC426276}" type="sibTrans" cxnId="{824352DC-566A-4627-B1B9-51D2ECF86A5A}">
      <dgm:prSet/>
      <dgm:spPr/>
      <dgm:t>
        <a:bodyPr/>
        <a:lstStyle/>
        <a:p>
          <a:endParaRPr lang="en-US"/>
        </a:p>
      </dgm:t>
    </dgm:pt>
    <dgm:pt modelId="{6DA7DC66-4316-4E2E-A2D1-204622D25AEE}">
      <dgm:prSet/>
      <dgm:spPr/>
      <dgm:t>
        <a:bodyPr/>
        <a:lstStyle/>
        <a:p>
          <a:r>
            <a:rPr lang="en-US"/>
            <a:t>• Confiabilidad</a:t>
          </a:r>
        </a:p>
      </dgm:t>
    </dgm:pt>
    <dgm:pt modelId="{894F5D83-441A-42D1-83C4-4BC1FC630A54}" type="parTrans" cxnId="{A728BAC6-CF08-4191-9F8A-46CAA8303BAC}">
      <dgm:prSet/>
      <dgm:spPr/>
      <dgm:t>
        <a:bodyPr/>
        <a:lstStyle/>
        <a:p>
          <a:endParaRPr lang="en-US"/>
        </a:p>
      </dgm:t>
    </dgm:pt>
    <dgm:pt modelId="{A9043B16-FEB6-44CE-9748-12BAB3CBA75C}" type="sibTrans" cxnId="{A728BAC6-CF08-4191-9F8A-46CAA8303BAC}">
      <dgm:prSet/>
      <dgm:spPr/>
      <dgm:t>
        <a:bodyPr/>
        <a:lstStyle/>
        <a:p>
          <a:endParaRPr lang="en-US"/>
        </a:p>
      </dgm:t>
    </dgm:pt>
    <dgm:pt modelId="{45772529-B0D8-4887-A183-2C1DE6B84544}">
      <dgm:prSet/>
      <dgm:spPr/>
      <dgm:t>
        <a:bodyPr/>
        <a:lstStyle/>
        <a:p>
          <a:r>
            <a:rPr lang="en-US"/>
            <a:t>• Robustez</a:t>
          </a:r>
        </a:p>
      </dgm:t>
    </dgm:pt>
    <dgm:pt modelId="{3462B73D-B665-4BE6-94B1-6E4DA1CFBD4B}" type="parTrans" cxnId="{3EE6B02B-81C4-4E39-98BD-A20F3F7C62D9}">
      <dgm:prSet/>
      <dgm:spPr/>
      <dgm:t>
        <a:bodyPr/>
        <a:lstStyle/>
        <a:p>
          <a:endParaRPr lang="en-US"/>
        </a:p>
      </dgm:t>
    </dgm:pt>
    <dgm:pt modelId="{79F3598D-F02E-4336-B712-0FDBB9768B7F}" type="sibTrans" cxnId="{3EE6B02B-81C4-4E39-98BD-A20F3F7C62D9}">
      <dgm:prSet/>
      <dgm:spPr/>
      <dgm:t>
        <a:bodyPr/>
        <a:lstStyle/>
        <a:p>
          <a:endParaRPr lang="en-US"/>
        </a:p>
      </dgm:t>
    </dgm:pt>
    <dgm:pt modelId="{E5BFB742-DCD3-42F6-A4CD-A01D83973A69}">
      <dgm:prSet/>
      <dgm:spPr/>
      <dgm:t>
        <a:bodyPr/>
        <a:lstStyle/>
        <a:p>
          <a:r>
            <a:rPr lang="en-US"/>
            <a:t>• Performance</a:t>
          </a:r>
        </a:p>
      </dgm:t>
    </dgm:pt>
    <dgm:pt modelId="{293AE869-C551-4929-B948-B678033A06E7}" type="parTrans" cxnId="{EBA6E6EA-0163-46BF-A720-6F20142EF25D}">
      <dgm:prSet/>
      <dgm:spPr/>
      <dgm:t>
        <a:bodyPr/>
        <a:lstStyle/>
        <a:p>
          <a:endParaRPr lang="en-US"/>
        </a:p>
      </dgm:t>
    </dgm:pt>
    <dgm:pt modelId="{8A5B50B6-0CD2-4311-81F7-BB1BDD4AB588}" type="sibTrans" cxnId="{EBA6E6EA-0163-46BF-A720-6F20142EF25D}">
      <dgm:prSet/>
      <dgm:spPr/>
      <dgm:t>
        <a:bodyPr/>
        <a:lstStyle/>
        <a:p>
          <a:endParaRPr lang="en-US"/>
        </a:p>
      </dgm:t>
    </dgm:pt>
    <dgm:pt modelId="{4D1477A6-C815-4DD1-A4A2-241CFF2EFB23}">
      <dgm:prSet/>
      <dgm:spPr/>
      <dgm:t>
        <a:bodyPr/>
        <a:lstStyle/>
        <a:p>
          <a:r>
            <a:rPr lang="en-US"/>
            <a:t>• Usabilidad</a:t>
          </a:r>
        </a:p>
      </dgm:t>
    </dgm:pt>
    <dgm:pt modelId="{E0AE9927-7177-4563-B693-DE238A43DC1D}" type="parTrans" cxnId="{8E7C5AF6-4F2E-4B8C-A1D2-0134ADE9EEAE}">
      <dgm:prSet/>
      <dgm:spPr/>
      <dgm:t>
        <a:bodyPr/>
        <a:lstStyle/>
        <a:p>
          <a:endParaRPr lang="en-US"/>
        </a:p>
      </dgm:t>
    </dgm:pt>
    <dgm:pt modelId="{EBB4F77A-A7D1-4F61-A863-216B98C2EC0F}" type="sibTrans" cxnId="{8E7C5AF6-4F2E-4B8C-A1D2-0134ADE9EEAE}">
      <dgm:prSet/>
      <dgm:spPr/>
      <dgm:t>
        <a:bodyPr/>
        <a:lstStyle/>
        <a:p>
          <a:endParaRPr lang="en-US"/>
        </a:p>
      </dgm:t>
    </dgm:pt>
    <dgm:pt modelId="{6BD8C6D4-6F28-450C-9726-0361D6B67D9B}">
      <dgm:prSet/>
      <dgm:spPr/>
      <dgm:t>
        <a:bodyPr/>
        <a:lstStyle/>
        <a:p>
          <a:r>
            <a:rPr lang="en-US"/>
            <a:t>• Verificabilidad</a:t>
          </a:r>
        </a:p>
      </dgm:t>
    </dgm:pt>
    <dgm:pt modelId="{A76A719A-7D6E-44D1-BDE7-3C4B73CFC255}" type="parTrans" cxnId="{FF6D2190-ADA3-4088-A333-4E2587D4BB61}">
      <dgm:prSet/>
      <dgm:spPr/>
      <dgm:t>
        <a:bodyPr/>
        <a:lstStyle/>
        <a:p>
          <a:endParaRPr lang="en-US"/>
        </a:p>
      </dgm:t>
    </dgm:pt>
    <dgm:pt modelId="{F10F4D54-FA6E-4A94-8C77-C724DA725AD6}" type="sibTrans" cxnId="{FF6D2190-ADA3-4088-A333-4E2587D4BB61}">
      <dgm:prSet/>
      <dgm:spPr/>
      <dgm:t>
        <a:bodyPr/>
        <a:lstStyle/>
        <a:p>
          <a:endParaRPr lang="en-US"/>
        </a:p>
      </dgm:t>
    </dgm:pt>
    <dgm:pt modelId="{F4FFEA84-155C-4DE6-BE75-84DB6119B86F}">
      <dgm:prSet/>
      <dgm:spPr/>
      <dgm:t>
        <a:bodyPr/>
        <a:lstStyle/>
        <a:p>
          <a:r>
            <a:rPr lang="en-US"/>
            <a:t>• Mantenibilidad</a:t>
          </a:r>
        </a:p>
      </dgm:t>
    </dgm:pt>
    <dgm:pt modelId="{0FCC3159-CBE1-4007-B4FC-6EBCB17802CA}" type="parTrans" cxnId="{589ED574-78CE-4621-889C-5E52E78CB4F6}">
      <dgm:prSet/>
      <dgm:spPr/>
      <dgm:t>
        <a:bodyPr/>
        <a:lstStyle/>
        <a:p>
          <a:endParaRPr lang="en-US"/>
        </a:p>
      </dgm:t>
    </dgm:pt>
    <dgm:pt modelId="{03660683-47D7-4CCF-9D84-73B060DD989A}" type="sibTrans" cxnId="{589ED574-78CE-4621-889C-5E52E78CB4F6}">
      <dgm:prSet/>
      <dgm:spPr/>
      <dgm:t>
        <a:bodyPr/>
        <a:lstStyle/>
        <a:p>
          <a:endParaRPr lang="en-US"/>
        </a:p>
      </dgm:t>
    </dgm:pt>
    <dgm:pt modelId="{CFA0507A-0062-44CB-838F-E8B31B4998FE}">
      <dgm:prSet/>
      <dgm:spPr/>
      <dgm:t>
        <a:bodyPr/>
        <a:lstStyle/>
        <a:p>
          <a:r>
            <a:rPr lang="en-US"/>
            <a:t>• Reusabilidad</a:t>
          </a:r>
        </a:p>
      </dgm:t>
    </dgm:pt>
    <dgm:pt modelId="{57C4631A-FF33-424B-B18B-F93099A39051}" type="parTrans" cxnId="{A8E36E07-8405-4FB9-88D8-F41D8CEE2120}">
      <dgm:prSet/>
      <dgm:spPr/>
      <dgm:t>
        <a:bodyPr/>
        <a:lstStyle/>
        <a:p>
          <a:endParaRPr lang="en-US"/>
        </a:p>
      </dgm:t>
    </dgm:pt>
    <dgm:pt modelId="{466AFC74-F493-45E6-A80C-7472CC09CD18}" type="sibTrans" cxnId="{A8E36E07-8405-4FB9-88D8-F41D8CEE2120}">
      <dgm:prSet/>
      <dgm:spPr/>
      <dgm:t>
        <a:bodyPr/>
        <a:lstStyle/>
        <a:p>
          <a:endParaRPr lang="en-US"/>
        </a:p>
      </dgm:t>
    </dgm:pt>
    <dgm:pt modelId="{9C413925-D113-419F-A75F-233F4E594BFA}">
      <dgm:prSet/>
      <dgm:spPr/>
      <dgm:t>
        <a:bodyPr/>
        <a:lstStyle/>
        <a:p>
          <a:r>
            <a:rPr lang="en-US"/>
            <a:t>• Portabilidad</a:t>
          </a:r>
        </a:p>
      </dgm:t>
    </dgm:pt>
    <dgm:pt modelId="{C9F6A390-2576-4591-9E0D-61CFE18EA9B9}" type="parTrans" cxnId="{1C05DC1A-2E5F-4F34-BA2A-110D3FC09DC5}">
      <dgm:prSet/>
      <dgm:spPr/>
      <dgm:t>
        <a:bodyPr/>
        <a:lstStyle/>
        <a:p>
          <a:endParaRPr lang="en-US"/>
        </a:p>
      </dgm:t>
    </dgm:pt>
    <dgm:pt modelId="{DB6B6E55-FC11-4FF6-8B55-768DE58DEE5C}" type="sibTrans" cxnId="{1C05DC1A-2E5F-4F34-BA2A-110D3FC09DC5}">
      <dgm:prSet/>
      <dgm:spPr/>
      <dgm:t>
        <a:bodyPr/>
        <a:lstStyle/>
        <a:p>
          <a:endParaRPr lang="en-US"/>
        </a:p>
      </dgm:t>
    </dgm:pt>
    <dgm:pt modelId="{C95F14B9-C26B-4596-9C28-083E1326FC9F}">
      <dgm:prSet/>
      <dgm:spPr/>
      <dgm:t>
        <a:bodyPr/>
        <a:lstStyle/>
        <a:p>
          <a:r>
            <a:rPr lang="en-US" dirty="0"/>
            <a:t>•</a:t>
          </a:r>
          <a:r>
            <a:rPr lang="en-US" dirty="0" err="1"/>
            <a:t>Comprensibilidad</a:t>
          </a:r>
          <a:endParaRPr lang="en-US" dirty="0"/>
        </a:p>
      </dgm:t>
    </dgm:pt>
    <dgm:pt modelId="{9F6B4112-AB66-43F0-BE0B-B612D3B43222}" type="parTrans" cxnId="{02C71A75-507B-47DF-AC73-8BADCAB2D257}">
      <dgm:prSet/>
      <dgm:spPr/>
      <dgm:t>
        <a:bodyPr/>
        <a:lstStyle/>
        <a:p>
          <a:endParaRPr lang="en-US"/>
        </a:p>
      </dgm:t>
    </dgm:pt>
    <dgm:pt modelId="{01E98C56-9046-4762-BCBD-EDA349506A28}" type="sibTrans" cxnId="{02C71A75-507B-47DF-AC73-8BADCAB2D257}">
      <dgm:prSet/>
      <dgm:spPr/>
      <dgm:t>
        <a:bodyPr/>
        <a:lstStyle/>
        <a:p>
          <a:endParaRPr lang="en-US"/>
        </a:p>
      </dgm:t>
    </dgm:pt>
    <dgm:pt modelId="{AE60E331-013C-4760-89A7-CD83963A65F8}" type="pres">
      <dgm:prSet presAssocID="{B805617C-5A24-4AA7-89DC-4BB0F95E464D}" presName="diagram" presStyleCnt="0">
        <dgm:presLayoutVars>
          <dgm:dir/>
          <dgm:resizeHandles val="exact"/>
        </dgm:presLayoutVars>
      </dgm:prSet>
      <dgm:spPr/>
    </dgm:pt>
    <dgm:pt modelId="{D176FC38-2FA0-4A83-B202-7396F7E06859}" type="pres">
      <dgm:prSet presAssocID="{7530C85A-90AF-4C65-A845-BC39E2EC488F}" presName="node" presStyleLbl="node1" presStyleIdx="0" presStyleCnt="10">
        <dgm:presLayoutVars>
          <dgm:bulletEnabled val="1"/>
        </dgm:presLayoutVars>
      </dgm:prSet>
      <dgm:spPr/>
    </dgm:pt>
    <dgm:pt modelId="{651D60D8-D582-41EA-82A1-DCE0069A0854}" type="pres">
      <dgm:prSet presAssocID="{98366EAE-DD6C-498E-A0BB-BBE3AC426276}" presName="sibTrans" presStyleCnt="0"/>
      <dgm:spPr/>
    </dgm:pt>
    <dgm:pt modelId="{B51CBA05-2AA8-4A76-B9B8-8B0CA7F52B18}" type="pres">
      <dgm:prSet presAssocID="{6DA7DC66-4316-4E2E-A2D1-204622D25AEE}" presName="node" presStyleLbl="node1" presStyleIdx="1" presStyleCnt="10">
        <dgm:presLayoutVars>
          <dgm:bulletEnabled val="1"/>
        </dgm:presLayoutVars>
      </dgm:prSet>
      <dgm:spPr/>
    </dgm:pt>
    <dgm:pt modelId="{11B0B670-E77E-4FBF-A54C-5D8DE9F9FF3C}" type="pres">
      <dgm:prSet presAssocID="{A9043B16-FEB6-44CE-9748-12BAB3CBA75C}" presName="sibTrans" presStyleCnt="0"/>
      <dgm:spPr/>
    </dgm:pt>
    <dgm:pt modelId="{17523E45-088A-44A0-A95D-8AF8B1C486C4}" type="pres">
      <dgm:prSet presAssocID="{45772529-B0D8-4887-A183-2C1DE6B84544}" presName="node" presStyleLbl="node1" presStyleIdx="2" presStyleCnt="10">
        <dgm:presLayoutVars>
          <dgm:bulletEnabled val="1"/>
        </dgm:presLayoutVars>
      </dgm:prSet>
      <dgm:spPr/>
    </dgm:pt>
    <dgm:pt modelId="{F2C74707-9F85-4B5B-A43B-1224ACB44A72}" type="pres">
      <dgm:prSet presAssocID="{79F3598D-F02E-4336-B712-0FDBB9768B7F}" presName="sibTrans" presStyleCnt="0"/>
      <dgm:spPr/>
    </dgm:pt>
    <dgm:pt modelId="{AD8EEC4F-C095-4E41-ACE4-6091CFB72B90}" type="pres">
      <dgm:prSet presAssocID="{E5BFB742-DCD3-42F6-A4CD-A01D83973A69}" presName="node" presStyleLbl="node1" presStyleIdx="3" presStyleCnt="10">
        <dgm:presLayoutVars>
          <dgm:bulletEnabled val="1"/>
        </dgm:presLayoutVars>
      </dgm:prSet>
      <dgm:spPr/>
    </dgm:pt>
    <dgm:pt modelId="{8B385EED-5987-42A3-A79D-545DBFF3EA0D}" type="pres">
      <dgm:prSet presAssocID="{8A5B50B6-0CD2-4311-81F7-BB1BDD4AB588}" presName="sibTrans" presStyleCnt="0"/>
      <dgm:spPr/>
    </dgm:pt>
    <dgm:pt modelId="{91373809-6A8D-4DC6-8B83-E1F09F2A3CB5}" type="pres">
      <dgm:prSet presAssocID="{4D1477A6-C815-4DD1-A4A2-241CFF2EFB23}" presName="node" presStyleLbl="node1" presStyleIdx="4" presStyleCnt="10">
        <dgm:presLayoutVars>
          <dgm:bulletEnabled val="1"/>
        </dgm:presLayoutVars>
      </dgm:prSet>
      <dgm:spPr/>
    </dgm:pt>
    <dgm:pt modelId="{3630127E-8912-4256-9CBD-FF91E380D9B1}" type="pres">
      <dgm:prSet presAssocID="{EBB4F77A-A7D1-4F61-A863-216B98C2EC0F}" presName="sibTrans" presStyleCnt="0"/>
      <dgm:spPr/>
    </dgm:pt>
    <dgm:pt modelId="{27F63912-1C7F-4A7C-958C-6EDF4314675C}" type="pres">
      <dgm:prSet presAssocID="{6BD8C6D4-6F28-450C-9726-0361D6B67D9B}" presName="node" presStyleLbl="node1" presStyleIdx="5" presStyleCnt="10">
        <dgm:presLayoutVars>
          <dgm:bulletEnabled val="1"/>
        </dgm:presLayoutVars>
      </dgm:prSet>
      <dgm:spPr/>
    </dgm:pt>
    <dgm:pt modelId="{6EAD3E7C-EB68-4444-95EC-596165879C6F}" type="pres">
      <dgm:prSet presAssocID="{F10F4D54-FA6E-4A94-8C77-C724DA725AD6}" presName="sibTrans" presStyleCnt="0"/>
      <dgm:spPr/>
    </dgm:pt>
    <dgm:pt modelId="{AEA6E8E7-B9E0-4915-80C1-BBC260399C7B}" type="pres">
      <dgm:prSet presAssocID="{F4FFEA84-155C-4DE6-BE75-84DB6119B86F}" presName="node" presStyleLbl="node1" presStyleIdx="6" presStyleCnt="10">
        <dgm:presLayoutVars>
          <dgm:bulletEnabled val="1"/>
        </dgm:presLayoutVars>
      </dgm:prSet>
      <dgm:spPr/>
    </dgm:pt>
    <dgm:pt modelId="{544395FC-3736-49EC-BFDD-5C359F93F226}" type="pres">
      <dgm:prSet presAssocID="{03660683-47D7-4CCF-9D84-73B060DD989A}" presName="sibTrans" presStyleCnt="0"/>
      <dgm:spPr/>
    </dgm:pt>
    <dgm:pt modelId="{09A194F1-3659-46C5-AA97-A0648D36FBC9}" type="pres">
      <dgm:prSet presAssocID="{CFA0507A-0062-44CB-838F-E8B31B4998FE}" presName="node" presStyleLbl="node1" presStyleIdx="7" presStyleCnt="10">
        <dgm:presLayoutVars>
          <dgm:bulletEnabled val="1"/>
        </dgm:presLayoutVars>
      </dgm:prSet>
      <dgm:spPr/>
    </dgm:pt>
    <dgm:pt modelId="{746BD3AE-7BE5-4461-ABB9-7F1CF6C522CD}" type="pres">
      <dgm:prSet presAssocID="{466AFC74-F493-45E6-A80C-7472CC09CD18}" presName="sibTrans" presStyleCnt="0"/>
      <dgm:spPr/>
    </dgm:pt>
    <dgm:pt modelId="{A6DB7027-EEDC-407F-80B1-0C81528CFCC0}" type="pres">
      <dgm:prSet presAssocID="{9C413925-D113-419F-A75F-233F4E594BFA}" presName="node" presStyleLbl="node1" presStyleIdx="8" presStyleCnt="10">
        <dgm:presLayoutVars>
          <dgm:bulletEnabled val="1"/>
        </dgm:presLayoutVars>
      </dgm:prSet>
      <dgm:spPr/>
    </dgm:pt>
    <dgm:pt modelId="{AAF5C320-2B9B-4C00-A2A1-94016913B85F}" type="pres">
      <dgm:prSet presAssocID="{DB6B6E55-FC11-4FF6-8B55-768DE58DEE5C}" presName="sibTrans" presStyleCnt="0"/>
      <dgm:spPr/>
    </dgm:pt>
    <dgm:pt modelId="{B0C45713-2320-44C3-A456-DF83F60FE511}" type="pres">
      <dgm:prSet presAssocID="{C95F14B9-C26B-4596-9C28-083E1326FC9F}" presName="node" presStyleLbl="node1" presStyleIdx="9" presStyleCnt="10">
        <dgm:presLayoutVars>
          <dgm:bulletEnabled val="1"/>
        </dgm:presLayoutVars>
      </dgm:prSet>
      <dgm:spPr/>
    </dgm:pt>
  </dgm:ptLst>
  <dgm:cxnLst>
    <dgm:cxn modelId="{A8E36E07-8405-4FB9-88D8-F41D8CEE2120}" srcId="{B805617C-5A24-4AA7-89DC-4BB0F95E464D}" destId="{CFA0507A-0062-44CB-838F-E8B31B4998FE}" srcOrd="7" destOrd="0" parTransId="{57C4631A-FF33-424B-B18B-F93099A39051}" sibTransId="{466AFC74-F493-45E6-A80C-7472CC09CD18}"/>
    <dgm:cxn modelId="{FCC59F09-7B21-443F-8A38-1071DFF10897}" type="presOf" srcId="{E5BFB742-DCD3-42F6-A4CD-A01D83973A69}" destId="{AD8EEC4F-C095-4E41-ACE4-6091CFB72B90}" srcOrd="0" destOrd="0" presId="urn:microsoft.com/office/officeart/2005/8/layout/default"/>
    <dgm:cxn modelId="{F0FE6B18-B3F1-4D46-A927-4C7AFE08DB40}" type="presOf" srcId="{CFA0507A-0062-44CB-838F-E8B31B4998FE}" destId="{09A194F1-3659-46C5-AA97-A0648D36FBC9}" srcOrd="0" destOrd="0" presId="urn:microsoft.com/office/officeart/2005/8/layout/default"/>
    <dgm:cxn modelId="{1C05DC1A-2E5F-4F34-BA2A-110D3FC09DC5}" srcId="{B805617C-5A24-4AA7-89DC-4BB0F95E464D}" destId="{9C413925-D113-419F-A75F-233F4E594BFA}" srcOrd="8" destOrd="0" parTransId="{C9F6A390-2576-4591-9E0D-61CFE18EA9B9}" sibTransId="{DB6B6E55-FC11-4FF6-8B55-768DE58DEE5C}"/>
    <dgm:cxn modelId="{3EE6B02B-81C4-4E39-98BD-A20F3F7C62D9}" srcId="{B805617C-5A24-4AA7-89DC-4BB0F95E464D}" destId="{45772529-B0D8-4887-A183-2C1DE6B84544}" srcOrd="2" destOrd="0" parTransId="{3462B73D-B665-4BE6-94B1-6E4DA1CFBD4B}" sibTransId="{79F3598D-F02E-4336-B712-0FDBB9768B7F}"/>
    <dgm:cxn modelId="{1A93E865-37DD-4584-9BF6-7556596438DC}" type="presOf" srcId="{6DA7DC66-4316-4E2E-A2D1-204622D25AEE}" destId="{B51CBA05-2AA8-4A76-B9B8-8B0CA7F52B18}" srcOrd="0" destOrd="0" presId="urn:microsoft.com/office/officeart/2005/8/layout/default"/>
    <dgm:cxn modelId="{5C350A4E-15E6-4BA9-AFF3-2BEAC7143463}" type="presOf" srcId="{7530C85A-90AF-4C65-A845-BC39E2EC488F}" destId="{D176FC38-2FA0-4A83-B202-7396F7E06859}" srcOrd="0" destOrd="0" presId="urn:microsoft.com/office/officeart/2005/8/layout/default"/>
    <dgm:cxn modelId="{24F68D6E-3852-4C8D-BD64-2EE635E31610}" type="presOf" srcId="{6BD8C6D4-6F28-450C-9726-0361D6B67D9B}" destId="{27F63912-1C7F-4A7C-958C-6EDF4314675C}" srcOrd="0" destOrd="0" presId="urn:microsoft.com/office/officeart/2005/8/layout/default"/>
    <dgm:cxn modelId="{589ED574-78CE-4621-889C-5E52E78CB4F6}" srcId="{B805617C-5A24-4AA7-89DC-4BB0F95E464D}" destId="{F4FFEA84-155C-4DE6-BE75-84DB6119B86F}" srcOrd="6" destOrd="0" parTransId="{0FCC3159-CBE1-4007-B4FC-6EBCB17802CA}" sibTransId="{03660683-47D7-4CCF-9D84-73B060DD989A}"/>
    <dgm:cxn modelId="{02C71A75-507B-47DF-AC73-8BADCAB2D257}" srcId="{B805617C-5A24-4AA7-89DC-4BB0F95E464D}" destId="{C95F14B9-C26B-4596-9C28-083E1326FC9F}" srcOrd="9" destOrd="0" parTransId="{9F6B4112-AB66-43F0-BE0B-B612D3B43222}" sibTransId="{01E98C56-9046-4762-BCBD-EDA349506A28}"/>
    <dgm:cxn modelId="{D497A182-457D-4DB7-853B-D38604DD25CB}" type="presOf" srcId="{F4FFEA84-155C-4DE6-BE75-84DB6119B86F}" destId="{AEA6E8E7-B9E0-4915-80C1-BBC260399C7B}" srcOrd="0" destOrd="0" presId="urn:microsoft.com/office/officeart/2005/8/layout/default"/>
    <dgm:cxn modelId="{FF6D2190-ADA3-4088-A333-4E2587D4BB61}" srcId="{B805617C-5A24-4AA7-89DC-4BB0F95E464D}" destId="{6BD8C6D4-6F28-450C-9726-0361D6B67D9B}" srcOrd="5" destOrd="0" parTransId="{A76A719A-7D6E-44D1-BDE7-3C4B73CFC255}" sibTransId="{F10F4D54-FA6E-4A94-8C77-C724DA725AD6}"/>
    <dgm:cxn modelId="{3B9E639A-519F-45A2-90D0-1D39EEC4C8BE}" type="presOf" srcId="{45772529-B0D8-4887-A183-2C1DE6B84544}" destId="{17523E45-088A-44A0-A95D-8AF8B1C486C4}" srcOrd="0" destOrd="0" presId="urn:microsoft.com/office/officeart/2005/8/layout/default"/>
    <dgm:cxn modelId="{35A586AE-4AB0-401C-9A6C-F2AE2864135A}" type="presOf" srcId="{C95F14B9-C26B-4596-9C28-083E1326FC9F}" destId="{B0C45713-2320-44C3-A456-DF83F60FE511}" srcOrd="0" destOrd="0" presId="urn:microsoft.com/office/officeart/2005/8/layout/default"/>
    <dgm:cxn modelId="{87B112B0-210D-4E71-ABC4-132C4ADE7814}" type="presOf" srcId="{9C413925-D113-419F-A75F-233F4E594BFA}" destId="{A6DB7027-EEDC-407F-80B1-0C81528CFCC0}" srcOrd="0" destOrd="0" presId="urn:microsoft.com/office/officeart/2005/8/layout/default"/>
    <dgm:cxn modelId="{A728BAC6-CF08-4191-9F8A-46CAA8303BAC}" srcId="{B805617C-5A24-4AA7-89DC-4BB0F95E464D}" destId="{6DA7DC66-4316-4E2E-A2D1-204622D25AEE}" srcOrd="1" destOrd="0" parTransId="{894F5D83-441A-42D1-83C4-4BC1FC630A54}" sibTransId="{A9043B16-FEB6-44CE-9748-12BAB3CBA75C}"/>
    <dgm:cxn modelId="{7EC30AD1-586F-4DD9-9075-FD55DE71780C}" type="presOf" srcId="{B805617C-5A24-4AA7-89DC-4BB0F95E464D}" destId="{AE60E331-013C-4760-89A7-CD83963A65F8}" srcOrd="0" destOrd="0" presId="urn:microsoft.com/office/officeart/2005/8/layout/default"/>
    <dgm:cxn modelId="{551939D8-BEC3-45E0-9C91-333DC060D776}" type="presOf" srcId="{4D1477A6-C815-4DD1-A4A2-241CFF2EFB23}" destId="{91373809-6A8D-4DC6-8B83-E1F09F2A3CB5}" srcOrd="0" destOrd="0" presId="urn:microsoft.com/office/officeart/2005/8/layout/default"/>
    <dgm:cxn modelId="{824352DC-566A-4627-B1B9-51D2ECF86A5A}" srcId="{B805617C-5A24-4AA7-89DC-4BB0F95E464D}" destId="{7530C85A-90AF-4C65-A845-BC39E2EC488F}" srcOrd="0" destOrd="0" parTransId="{BEC4CF6B-3721-4F39-B02A-B2BBC24ED094}" sibTransId="{98366EAE-DD6C-498E-A0BB-BBE3AC426276}"/>
    <dgm:cxn modelId="{EBA6E6EA-0163-46BF-A720-6F20142EF25D}" srcId="{B805617C-5A24-4AA7-89DC-4BB0F95E464D}" destId="{E5BFB742-DCD3-42F6-A4CD-A01D83973A69}" srcOrd="3" destOrd="0" parTransId="{293AE869-C551-4929-B948-B678033A06E7}" sibTransId="{8A5B50B6-0CD2-4311-81F7-BB1BDD4AB588}"/>
    <dgm:cxn modelId="{8E7C5AF6-4F2E-4B8C-A1D2-0134ADE9EEAE}" srcId="{B805617C-5A24-4AA7-89DC-4BB0F95E464D}" destId="{4D1477A6-C815-4DD1-A4A2-241CFF2EFB23}" srcOrd="4" destOrd="0" parTransId="{E0AE9927-7177-4563-B693-DE238A43DC1D}" sibTransId="{EBB4F77A-A7D1-4F61-A863-216B98C2EC0F}"/>
    <dgm:cxn modelId="{674D6E59-72DC-427B-B40D-7B25391A9D81}" type="presParOf" srcId="{AE60E331-013C-4760-89A7-CD83963A65F8}" destId="{D176FC38-2FA0-4A83-B202-7396F7E06859}" srcOrd="0" destOrd="0" presId="urn:microsoft.com/office/officeart/2005/8/layout/default"/>
    <dgm:cxn modelId="{01B59A88-C2DF-42EA-8C28-ADDEF8A9146A}" type="presParOf" srcId="{AE60E331-013C-4760-89A7-CD83963A65F8}" destId="{651D60D8-D582-41EA-82A1-DCE0069A0854}" srcOrd="1" destOrd="0" presId="urn:microsoft.com/office/officeart/2005/8/layout/default"/>
    <dgm:cxn modelId="{F286FC48-90A7-4944-84D0-70F8FEEB86DF}" type="presParOf" srcId="{AE60E331-013C-4760-89A7-CD83963A65F8}" destId="{B51CBA05-2AA8-4A76-B9B8-8B0CA7F52B18}" srcOrd="2" destOrd="0" presId="urn:microsoft.com/office/officeart/2005/8/layout/default"/>
    <dgm:cxn modelId="{D2920BF3-70F6-4C85-8A35-311C7F93D574}" type="presParOf" srcId="{AE60E331-013C-4760-89A7-CD83963A65F8}" destId="{11B0B670-E77E-4FBF-A54C-5D8DE9F9FF3C}" srcOrd="3" destOrd="0" presId="urn:microsoft.com/office/officeart/2005/8/layout/default"/>
    <dgm:cxn modelId="{C815F901-1890-4111-8BB9-8B7873D12E60}" type="presParOf" srcId="{AE60E331-013C-4760-89A7-CD83963A65F8}" destId="{17523E45-088A-44A0-A95D-8AF8B1C486C4}" srcOrd="4" destOrd="0" presId="urn:microsoft.com/office/officeart/2005/8/layout/default"/>
    <dgm:cxn modelId="{5B87613C-7249-42F2-9798-3941673DB762}" type="presParOf" srcId="{AE60E331-013C-4760-89A7-CD83963A65F8}" destId="{F2C74707-9F85-4B5B-A43B-1224ACB44A72}" srcOrd="5" destOrd="0" presId="urn:microsoft.com/office/officeart/2005/8/layout/default"/>
    <dgm:cxn modelId="{4BE9E028-F1A9-490F-884D-677050536278}" type="presParOf" srcId="{AE60E331-013C-4760-89A7-CD83963A65F8}" destId="{AD8EEC4F-C095-4E41-ACE4-6091CFB72B90}" srcOrd="6" destOrd="0" presId="urn:microsoft.com/office/officeart/2005/8/layout/default"/>
    <dgm:cxn modelId="{08EB0CF2-DF01-46C8-8B96-6D497AB0D929}" type="presParOf" srcId="{AE60E331-013C-4760-89A7-CD83963A65F8}" destId="{8B385EED-5987-42A3-A79D-545DBFF3EA0D}" srcOrd="7" destOrd="0" presId="urn:microsoft.com/office/officeart/2005/8/layout/default"/>
    <dgm:cxn modelId="{E0F016C7-CCFE-48DA-BAF2-D7910846D3FF}" type="presParOf" srcId="{AE60E331-013C-4760-89A7-CD83963A65F8}" destId="{91373809-6A8D-4DC6-8B83-E1F09F2A3CB5}" srcOrd="8" destOrd="0" presId="urn:microsoft.com/office/officeart/2005/8/layout/default"/>
    <dgm:cxn modelId="{BF9FACDD-01CC-4DD9-83B4-D3E109BCC4F6}" type="presParOf" srcId="{AE60E331-013C-4760-89A7-CD83963A65F8}" destId="{3630127E-8912-4256-9CBD-FF91E380D9B1}" srcOrd="9" destOrd="0" presId="urn:microsoft.com/office/officeart/2005/8/layout/default"/>
    <dgm:cxn modelId="{6823845E-32C2-47E3-BCD0-383FE94B41A8}" type="presParOf" srcId="{AE60E331-013C-4760-89A7-CD83963A65F8}" destId="{27F63912-1C7F-4A7C-958C-6EDF4314675C}" srcOrd="10" destOrd="0" presId="urn:microsoft.com/office/officeart/2005/8/layout/default"/>
    <dgm:cxn modelId="{7D4541A7-C92B-45AA-A11E-0660F43201A5}" type="presParOf" srcId="{AE60E331-013C-4760-89A7-CD83963A65F8}" destId="{6EAD3E7C-EB68-4444-95EC-596165879C6F}" srcOrd="11" destOrd="0" presId="urn:microsoft.com/office/officeart/2005/8/layout/default"/>
    <dgm:cxn modelId="{EBF84CEA-0CEE-4687-A9B9-B451878C9F00}" type="presParOf" srcId="{AE60E331-013C-4760-89A7-CD83963A65F8}" destId="{AEA6E8E7-B9E0-4915-80C1-BBC260399C7B}" srcOrd="12" destOrd="0" presId="urn:microsoft.com/office/officeart/2005/8/layout/default"/>
    <dgm:cxn modelId="{C9569976-CA8E-458B-AA54-CCA46A1FD0B1}" type="presParOf" srcId="{AE60E331-013C-4760-89A7-CD83963A65F8}" destId="{544395FC-3736-49EC-BFDD-5C359F93F226}" srcOrd="13" destOrd="0" presId="urn:microsoft.com/office/officeart/2005/8/layout/default"/>
    <dgm:cxn modelId="{45BC3EDA-2520-4CFF-A32A-BADB5C43B668}" type="presParOf" srcId="{AE60E331-013C-4760-89A7-CD83963A65F8}" destId="{09A194F1-3659-46C5-AA97-A0648D36FBC9}" srcOrd="14" destOrd="0" presId="urn:microsoft.com/office/officeart/2005/8/layout/default"/>
    <dgm:cxn modelId="{AA588408-A74F-4BB4-8419-D5F1130C238B}" type="presParOf" srcId="{AE60E331-013C-4760-89A7-CD83963A65F8}" destId="{746BD3AE-7BE5-4461-ABB9-7F1CF6C522CD}" srcOrd="15" destOrd="0" presId="urn:microsoft.com/office/officeart/2005/8/layout/default"/>
    <dgm:cxn modelId="{7BC94765-2868-48DA-A3CF-8BFF98AE0D55}" type="presParOf" srcId="{AE60E331-013C-4760-89A7-CD83963A65F8}" destId="{A6DB7027-EEDC-407F-80B1-0C81528CFCC0}" srcOrd="16" destOrd="0" presId="urn:microsoft.com/office/officeart/2005/8/layout/default"/>
    <dgm:cxn modelId="{FB89C388-774C-49C6-A10D-B4A5DB761EFF}" type="presParOf" srcId="{AE60E331-013C-4760-89A7-CD83963A65F8}" destId="{AAF5C320-2B9B-4C00-A2A1-94016913B85F}" srcOrd="17" destOrd="0" presId="urn:microsoft.com/office/officeart/2005/8/layout/default"/>
    <dgm:cxn modelId="{A4754DE6-7C7B-4502-BAAB-242448E47CCB}" type="presParOf" srcId="{AE60E331-013C-4760-89A7-CD83963A65F8}" destId="{B0C45713-2320-44C3-A456-DF83F60FE511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D19BC0E-EDD9-428F-A6B2-710C96E8259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6A10CDA-49BF-44CB-A882-49949A2F6FF0}">
      <dgm:prSet/>
      <dgm:spPr/>
      <dgm:t>
        <a:bodyPr/>
        <a:lstStyle/>
        <a:p>
          <a:r>
            <a:rPr lang="en-US"/>
            <a:t>• A mayor tamaño del proyecto, aumenta de forma no lineal el esfuerzo</a:t>
          </a:r>
        </a:p>
      </dgm:t>
    </dgm:pt>
    <dgm:pt modelId="{E294D319-AB0D-4D68-841E-D6F18D764604}" type="parTrans" cxnId="{ECB80421-66FA-43BC-82C8-502AA73E4DE7}">
      <dgm:prSet/>
      <dgm:spPr/>
      <dgm:t>
        <a:bodyPr/>
        <a:lstStyle/>
        <a:p>
          <a:endParaRPr lang="en-US"/>
        </a:p>
      </dgm:t>
    </dgm:pt>
    <dgm:pt modelId="{2A747FFA-2230-4856-97F2-55AFC7813C40}" type="sibTrans" cxnId="{ECB80421-66FA-43BC-82C8-502AA73E4DE7}">
      <dgm:prSet/>
      <dgm:spPr/>
      <dgm:t>
        <a:bodyPr/>
        <a:lstStyle/>
        <a:p>
          <a:endParaRPr lang="en-US"/>
        </a:p>
      </dgm:t>
    </dgm:pt>
    <dgm:pt modelId="{0C8385E7-B706-4F29-8176-C0B2FDF5E99E}">
      <dgm:prSet/>
      <dgm:spPr/>
      <dgm:t>
        <a:bodyPr/>
        <a:lstStyle/>
        <a:p>
          <a:r>
            <a:rPr lang="en-US"/>
            <a:t>• La comunicación crece de forma cuadrática con la cantidad de personas</a:t>
          </a:r>
        </a:p>
      </dgm:t>
    </dgm:pt>
    <dgm:pt modelId="{27233157-B7E6-4414-9DD4-550BD4639965}" type="parTrans" cxnId="{559B5471-E419-4D75-A572-55949515366D}">
      <dgm:prSet/>
      <dgm:spPr/>
      <dgm:t>
        <a:bodyPr/>
        <a:lstStyle/>
        <a:p>
          <a:endParaRPr lang="en-US"/>
        </a:p>
      </dgm:t>
    </dgm:pt>
    <dgm:pt modelId="{4D1E07BB-C071-4B05-A42F-6814F26AB80F}" type="sibTrans" cxnId="{559B5471-E419-4D75-A572-55949515366D}">
      <dgm:prSet/>
      <dgm:spPr/>
      <dgm:t>
        <a:bodyPr/>
        <a:lstStyle/>
        <a:p>
          <a:endParaRPr lang="en-US"/>
        </a:p>
      </dgm:t>
    </dgm:pt>
    <dgm:pt modelId="{925D0F43-416F-44DF-BD99-CFCB87281A92}">
      <dgm:prSet/>
      <dgm:spPr/>
      <dgm:t>
        <a:bodyPr/>
        <a:lstStyle/>
        <a:p>
          <a:r>
            <a:rPr lang="en-US"/>
            <a:t>• Impacta en tiempo, costos y coordinación</a:t>
          </a:r>
        </a:p>
      </dgm:t>
    </dgm:pt>
    <dgm:pt modelId="{E87053AA-75C3-41FC-B3E4-B45D9AC000FC}" type="parTrans" cxnId="{BE68B896-A26F-4A42-B747-DE46205E5DF1}">
      <dgm:prSet/>
      <dgm:spPr/>
      <dgm:t>
        <a:bodyPr/>
        <a:lstStyle/>
        <a:p>
          <a:endParaRPr lang="en-US"/>
        </a:p>
      </dgm:t>
    </dgm:pt>
    <dgm:pt modelId="{8191F4A8-7CE6-4E5A-9403-01CAE7026A5A}" type="sibTrans" cxnId="{BE68B896-A26F-4A42-B747-DE46205E5DF1}">
      <dgm:prSet/>
      <dgm:spPr/>
      <dgm:t>
        <a:bodyPr/>
        <a:lstStyle/>
        <a:p>
          <a:endParaRPr lang="en-US"/>
        </a:p>
      </dgm:t>
    </dgm:pt>
    <dgm:pt modelId="{7C453DDC-AAAC-445D-A566-3861B65B645D}" type="pres">
      <dgm:prSet presAssocID="{FD19BC0E-EDD9-428F-A6B2-710C96E8259A}" presName="linear" presStyleCnt="0">
        <dgm:presLayoutVars>
          <dgm:animLvl val="lvl"/>
          <dgm:resizeHandles val="exact"/>
        </dgm:presLayoutVars>
      </dgm:prSet>
      <dgm:spPr/>
    </dgm:pt>
    <dgm:pt modelId="{6340EA2B-AA26-415E-9530-8305661E7666}" type="pres">
      <dgm:prSet presAssocID="{A6A10CDA-49BF-44CB-A882-49949A2F6FF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0F11271-4C37-4BBE-BFCA-CDD77BF504DC}" type="pres">
      <dgm:prSet presAssocID="{2A747FFA-2230-4856-97F2-55AFC7813C40}" presName="spacer" presStyleCnt="0"/>
      <dgm:spPr/>
    </dgm:pt>
    <dgm:pt modelId="{680BAAD8-7255-4336-AB33-CE2E04A86339}" type="pres">
      <dgm:prSet presAssocID="{0C8385E7-B706-4F29-8176-C0B2FDF5E99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169B06F-5BEF-46AA-B20E-6F62534D8C73}" type="pres">
      <dgm:prSet presAssocID="{4D1E07BB-C071-4B05-A42F-6814F26AB80F}" presName="spacer" presStyleCnt="0"/>
      <dgm:spPr/>
    </dgm:pt>
    <dgm:pt modelId="{85C14633-7A09-4A91-93CB-CD2D005710C2}" type="pres">
      <dgm:prSet presAssocID="{925D0F43-416F-44DF-BD99-CFCB87281A9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A1EAA11-BF4A-4EB5-AC8C-E672857213E0}" type="presOf" srcId="{925D0F43-416F-44DF-BD99-CFCB87281A92}" destId="{85C14633-7A09-4A91-93CB-CD2D005710C2}" srcOrd="0" destOrd="0" presId="urn:microsoft.com/office/officeart/2005/8/layout/vList2"/>
    <dgm:cxn modelId="{ECB80421-66FA-43BC-82C8-502AA73E4DE7}" srcId="{FD19BC0E-EDD9-428F-A6B2-710C96E8259A}" destId="{A6A10CDA-49BF-44CB-A882-49949A2F6FF0}" srcOrd="0" destOrd="0" parTransId="{E294D319-AB0D-4D68-841E-D6F18D764604}" sibTransId="{2A747FFA-2230-4856-97F2-55AFC7813C40}"/>
    <dgm:cxn modelId="{7467714F-7E91-4C07-8294-BA3B5626A585}" type="presOf" srcId="{0C8385E7-B706-4F29-8176-C0B2FDF5E99E}" destId="{680BAAD8-7255-4336-AB33-CE2E04A86339}" srcOrd="0" destOrd="0" presId="urn:microsoft.com/office/officeart/2005/8/layout/vList2"/>
    <dgm:cxn modelId="{559B5471-E419-4D75-A572-55949515366D}" srcId="{FD19BC0E-EDD9-428F-A6B2-710C96E8259A}" destId="{0C8385E7-B706-4F29-8176-C0B2FDF5E99E}" srcOrd="1" destOrd="0" parTransId="{27233157-B7E6-4414-9DD4-550BD4639965}" sibTransId="{4D1E07BB-C071-4B05-A42F-6814F26AB80F}"/>
    <dgm:cxn modelId="{BE68B896-A26F-4A42-B747-DE46205E5DF1}" srcId="{FD19BC0E-EDD9-428F-A6B2-710C96E8259A}" destId="{925D0F43-416F-44DF-BD99-CFCB87281A92}" srcOrd="2" destOrd="0" parTransId="{E87053AA-75C3-41FC-B3E4-B45D9AC000FC}" sibTransId="{8191F4A8-7CE6-4E5A-9403-01CAE7026A5A}"/>
    <dgm:cxn modelId="{004AABE3-5C8A-41C3-BACD-BA80E77659C2}" type="presOf" srcId="{A6A10CDA-49BF-44CB-A882-49949A2F6FF0}" destId="{6340EA2B-AA26-415E-9530-8305661E7666}" srcOrd="0" destOrd="0" presId="urn:microsoft.com/office/officeart/2005/8/layout/vList2"/>
    <dgm:cxn modelId="{DB2B32FF-785C-4F0F-9683-FB90C97A5B0F}" type="presOf" srcId="{FD19BC0E-EDD9-428F-A6B2-710C96E8259A}" destId="{7C453DDC-AAAC-445D-A566-3861B65B645D}" srcOrd="0" destOrd="0" presId="urn:microsoft.com/office/officeart/2005/8/layout/vList2"/>
    <dgm:cxn modelId="{8E4579ED-148D-41F1-AE71-450C45FBF608}" type="presParOf" srcId="{7C453DDC-AAAC-445D-A566-3861B65B645D}" destId="{6340EA2B-AA26-415E-9530-8305661E7666}" srcOrd="0" destOrd="0" presId="urn:microsoft.com/office/officeart/2005/8/layout/vList2"/>
    <dgm:cxn modelId="{8DD099B8-527D-4DB8-B670-6490A4A1A1FA}" type="presParOf" srcId="{7C453DDC-AAAC-445D-A566-3861B65B645D}" destId="{10F11271-4C37-4BBE-BFCA-CDD77BF504DC}" srcOrd="1" destOrd="0" presId="urn:microsoft.com/office/officeart/2005/8/layout/vList2"/>
    <dgm:cxn modelId="{C0759797-EDAA-4D12-805E-6D3EDC956D67}" type="presParOf" srcId="{7C453DDC-AAAC-445D-A566-3861B65B645D}" destId="{680BAAD8-7255-4336-AB33-CE2E04A86339}" srcOrd="2" destOrd="0" presId="urn:microsoft.com/office/officeart/2005/8/layout/vList2"/>
    <dgm:cxn modelId="{B00D88F5-2E37-4030-B69A-AA67646DC5A8}" type="presParOf" srcId="{7C453DDC-AAAC-445D-A566-3861B65B645D}" destId="{7169B06F-5BEF-46AA-B20E-6F62534D8C73}" srcOrd="3" destOrd="0" presId="urn:microsoft.com/office/officeart/2005/8/layout/vList2"/>
    <dgm:cxn modelId="{211E2672-915A-4916-8127-623A9E0BDF80}" type="presParOf" srcId="{7C453DDC-AAAC-445D-A566-3861B65B645D}" destId="{85C14633-7A09-4A91-93CB-CD2D005710C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DCFAC22-B6C1-4CD6-8ED8-A34264BA83D7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72101A9-E634-4626-828D-C10D4D500468}">
      <dgm:prSet/>
      <dgm:spPr/>
      <dgm:t>
        <a:bodyPr/>
        <a:lstStyle/>
        <a:p>
          <a:r>
            <a:rPr lang="en-US"/>
            <a:t>• Secuencia de pasos para un propósito dado</a:t>
          </a:r>
        </a:p>
      </dgm:t>
    </dgm:pt>
    <dgm:pt modelId="{42493269-D821-4D26-9929-7A6697E98BA8}" type="parTrans" cxnId="{518339C9-7EB2-447E-B7F0-1EE7EDD97623}">
      <dgm:prSet/>
      <dgm:spPr/>
      <dgm:t>
        <a:bodyPr/>
        <a:lstStyle/>
        <a:p>
          <a:endParaRPr lang="en-US"/>
        </a:p>
      </dgm:t>
    </dgm:pt>
    <dgm:pt modelId="{D380E1DA-5BDE-4336-813E-5082D7F6FE21}" type="sibTrans" cxnId="{518339C9-7EB2-447E-B7F0-1EE7EDD97623}">
      <dgm:prSet/>
      <dgm:spPr/>
      <dgm:t>
        <a:bodyPr/>
        <a:lstStyle/>
        <a:p>
          <a:endParaRPr lang="en-US"/>
        </a:p>
      </dgm:t>
    </dgm:pt>
    <dgm:pt modelId="{CEE974D9-0E7C-4CF2-B5E0-B3C50CDEE502}">
      <dgm:prSet/>
      <dgm:spPr/>
      <dgm:t>
        <a:bodyPr/>
        <a:lstStyle/>
        <a:p>
          <a:r>
            <a:rPr lang="en-US"/>
            <a:t>• Incluye acciones, recursos, restricciones</a:t>
          </a:r>
        </a:p>
      </dgm:t>
    </dgm:pt>
    <dgm:pt modelId="{1C8A9876-5E16-42F2-83E0-FE2C9111C29C}" type="parTrans" cxnId="{39EEA932-AC74-43F7-9963-DEA7B9F7336C}">
      <dgm:prSet/>
      <dgm:spPr/>
      <dgm:t>
        <a:bodyPr/>
        <a:lstStyle/>
        <a:p>
          <a:endParaRPr lang="en-US"/>
        </a:p>
      </dgm:t>
    </dgm:pt>
    <dgm:pt modelId="{7FFAA09E-DC93-4232-B82C-B27A730F021E}" type="sibTrans" cxnId="{39EEA932-AC74-43F7-9963-DEA7B9F7336C}">
      <dgm:prSet/>
      <dgm:spPr/>
      <dgm:t>
        <a:bodyPr/>
        <a:lstStyle/>
        <a:p>
          <a:endParaRPr lang="en-US"/>
        </a:p>
      </dgm:t>
    </dgm:pt>
    <dgm:pt modelId="{09C428DC-4FAB-45F9-9CA2-3F1649C49B39}">
      <dgm:prSet/>
      <dgm:spPr/>
      <dgm:t>
        <a:bodyPr/>
        <a:lstStyle/>
        <a:p>
          <a:r>
            <a:rPr lang="en-US"/>
            <a:t>• Criterios de entrada y salida</a:t>
          </a:r>
        </a:p>
      </dgm:t>
    </dgm:pt>
    <dgm:pt modelId="{23D6D966-3D18-4B31-8432-E3FFB769B9DF}" type="parTrans" cxnId="{9EB58A2E-C297-4BB7-806E-505DD436CD2E}">
      <dgm:prSet/>
      <dgm:spPr/>
      <dgm:t>
        <a:bodyPr/>
        <a:lstStyle/>
        <a:p>
          <a:endParaRPr lang="en-US"/>
        </a:p>
      </dgm:t>
    </dgm:pt>
    <dgm:pt modelId="{38B9CE96-CF60-4E6B-ACD7-9AB499D9C3FC}" type="sibTrans" cxnId="{9EB58A2E-C297-4BB7-806E-505DD436CD2E}">
      <dgm:prSet/>
      <dgm:spPr/>
      <dgm:t>
        <a:bodyPr/>
        <a:lstStyle/>
        <a:p>
          <a:endParaRPr lang="en-US"/>
        </a:p>
      </dgm:t>
    </dgm:pt>
    <dgm:pt modelId="{6BF7194E-2359-4E1D-A9A4-6740B43EC78E}">
      <dgm:prSet/>
      <dgm:spPr/>
      <dgm:t>
        <a:bodyPr/>
        <a:lstStyle/>
        <a:p>
          <a:r>
            <a:rPr lang="en-US"/>
            <a:t>• Puede descomponerse en subprocesos</a:t>
          </a:r>
        </a:p>
      </dgm:t>
    </dgm:pt>
    <dgm:pt modelId="{86D858C1-7E7B-476B-AD9E-EE8A35D9F5DA}" type="parTrans" cxnId="{8CA858F2-59E8-4109-9E15-0882A2235313}">
      <dgm:prSet/>
      <dgm:spPr/>
      <dgm:t>
        <a:bodyPr/>
        <a:lstStyle/>
        <a:p>
          <a:endParaRPr lang="en-US"/>
        </a:p>
      </dgm:t>
    </dgm:pt>
    <dgm:pt modelId="{059BC73C-B177-4E1C-98C3-FE0FEDAFB924}" type="sibTrans" cxnId="{8CA858F2-59E8-4109-9E15-0882A2235313}">
      <dgm:prSet/>
      <dgm:spPr/>
      <dgm:t>
        <a:bodyPr/>
        <a:lstStyle/>
        <a:p>
          <a:endParaRPr lang="en-US"/>
        </a:p>
      </dgm:t>
    </dgm:pt>
    <dgm:pt modelId="{1D006D2D-9CF5-4F8E-A412-BC1D5D327F6A}">
      <dgm:prSet/>
      <dgm:spPr/>
      <dgm:t>
        <a:bodyPr/>
        <a:lstStyle/>
        <a:p>
          <a:r>
            <a:rPr lang="en-US"/>
            <a:t>• En IR: subproceso del desarrollo de software</a:t>
          </a:r>
        </a:p>
      </dgm:t>
    </dgm:pt>
    <dgm:pt modelId="{EC1751F0-455E-45AC-BA1B-415F4C98F78B}" type="parTrans" cxnId="{1EE79E14-9E61-44B3-A81F-BDEBE1B6C2EC}">
      <dgm:prSet/>
      <dgm:spPr/>
      <dgm:t>
        <a:bodyPr/>
        <a:lstStyle/>
        <a:p>
          <a:endParaRPr lang="en-US"/>
        </a:p>
      </dgm:t>
    </dgm:pt>
    <dgm:pt modelId="{DAC512CC-CBF6-4E19-9BFA-20E41AB8435E}" type="sibTrans" cxnId="{1EE79E14-9E61-44B3-A81F-BDEBE1B6C2EC}">
      <dgm:prSet/>
      <dgm:spPr/>
      <dgm:t>
        <a:bodyPr/>
        <a:lstStyle/>
        <a:p>
          <a:endParaRPr lang="en-US"/>
        </a:p>
      </dgm:t>
    </dgm:pt>
    <dgm:pt modelId="{985B0A87-D820-4A3B-93A1-1B4933F13792}" type="pres">
      <dgm:prSet presAssocID="{2DCFAC22-B6C1-4CD6-8ED8-A34264BA83D7}" presName="diagram" presStyleCnt="0">
        <dgm:presLayoutVars>
          <dgm:dir/>
          <dgm:resizeHandles val="exact"/>
        </dgm:presLayoutVars>
      </dgm:prSet>
      <dgm:spPr/>
    </dgm:pt>
    <dgm:pt modelId="{2F0D6CB7-7395-42AD-9ABE-AF1B0C455013}" type="pres">
      <dgm:prSet presAssocID="{572101A9-E634-4626-828D-C10D4D500468}" presName="node" presStyleLbl="node1" presStyleIdx="0" presStyleCnt="5">
        <dgm:presLayoutVars>
          <dgm:bulletEnabled val="1"/>
        </dgm:presLayoutVars>
      </dgm:prSet>
      <dgm:spPr/>
    </dgm:pt>
    <dgm:pt modelId="{A7E00535-416D-46E8-A5F7-7E21DA58F6F3}" type="pres">
      <dgm:prSet presAssocID="{D380E1DA-5BDE-4336-813E-5082D7F6FE21}" presName="sibTrans" presStyleCnt="0"/>
      <dgm:spPr/>
    </dgm:pt>
    <dgm:pt modelId="{182B9657-68F5-467C-A46C-3C857F17EA61}" type="pres">
      <dgm:prSet presAssocID="{CEE974D9-0E7C-4CF2-B5E0-B3C50CDEE502}" presName="node" presStyleLbl="node1" presStyleIdx="1" presStyleCnt="5">
        <dgm:presLayoutVars>
          <dgm:bulletEnabled val="1"/>
        </dgm:presLayoutVars>
      </dgm:prSet>
      <dgm:spPr/>
    </dgm:pt>
    <dgm:pt modelId="{4B17D5FF-593B-4BBA-8A54-D10A5FEA2F38}" type="pres">
      <dgm:prSet presAssocID="{7FFAA09E-DC93-4232-B82C-B27A730F021E}" presName="sibTrans" presStyleCnt="0"/>
      <dgm:spPr/>
    </dgm:pt>
    <dgm:pt modelId="{52D34C49-FDE9-4C73-8314-1C1A8D31BE14}" type="pres">
      <dgm:prSet presAssocID="{09C428DC-4FAB-45F9-9CA2-3F1649C49B39}" presName="node" presStyleLbl="node1" presStyleIdx="2" presStyleCnt="5">
        <dgm:presLayoutVars>
          <dgm:bulletEnabled val="1"/>
        </dgm:presLayoutVars>
      </dgm:prSet>
      <dgm:spPr/>
    </dgm:pt>
    <dgm:pt modelId="{96F40B88-8F9B-4EBE-9719-E9D655B83094}" type="pres">
      <dgm:prSet presAssocID="{38B9CE96-CF60-4E6B-ACD7-9AB499D9C3FC}" presName="sibTrans" presStyleCnt="0"/>
      <dgm:spPr/>
    </dgm:pt>
    <dgm:pt modelId="{57DD6ED7-5AFF-4ECA-ABE1-0DC244F47985}" type="pres">
      <dgm:prSet presAssocID="{6BF7194E-2359-4E1D-A9A4-6740B43EC78E}" presName="node" presStyleLbl="node1" presStyleIdx="3" presStyleCnt="5">
        <dgm:presLayoutVars>
          <dgm:bulletEnabled val="1"/>
        </dgm:presLayoutVars>
      </dgm:prSet>
      <dgm:spPr/>
    </dgm:pt>
    <dgm:pt modelId="{0D3A435B-597B-40C6-BCEC-87B43949A56A}" type="pres">
      <dgm:prSet presAssocID="{059BC73C-B177-4E1C-98C3-FE0FEDAFB924}" presName="sibTrans" presStyleCnt="0"/>
      <dgm:spPr/>
    </dgm:pt>
    <dgm:pt modelId="{8E0B5074-FC07-40EA-832A-84EE7BE76F6A}" type="pres">
      <dgm:prSet presAssocID="{1D006D2D-9CF5-4F8E-A412-BC1D5D327F6A}" presName="node" presStyleLbl="node1" presStyleIdx="4" presStyleCnt="5">
        <dgm:presLayoutVars>
          <dgm:bulletEnabled val="1"/>
        </dgm:presLayoutVars>
      </dgm:prSet>
      <dgm:spPr/>
    </dgm:pt>
  </dgm:ptLst>
  <dgm:cxnLst>
    <dgm:cxn modelId="{3B5E5804-6A5A-432E-8B8D-9715E1E9F3BD}" type="presOf" srcId="{2DCFAC22-B6C1-4CD6-8ED8-A34264BA83D7}" destId="{985B0A87-D820-4A3B-93A1-1B4933F13792}" srcOrd="0" destOrd="0" presId="urn:microsoft.com/office/officeart/2005/8/layout/default"/>
    <dgm:cxn modelId="{1EE79E14-9E61-44B3-A81F-BDEBE1B6C2EC}" srcId="{2DCFAC22-B6C1-4CD6-8ED8-A34264BA83D7}" destId="{1D006D2D-9CF5-4F8E-A412-BC1D5D327F6A}" srcOrd="4" destOrd="0" parTransId="{EC1751F0-455E-45AC-BA1B-415F4C98F78B}" sibTransId="{DAC512CC-CBF6-4E19-9BFA-20E41AB8435E}"/>
    <dgm:cxn modelId="{9EB58A2E-C297-4BB7-806E-505DD436CD2E}" srcId="{2DCFAC22-B6C1-4CD6-8ED8-A34264BA83D7}" destId="{09C428DC-4FAB-45F9-9CA2-3F1649C49B39}" srcOrd="2" destOrd="0" parTransId="{23D6D966-3D18-4B31-8432-E3FFB769B9DF}" sibTransId="{38B9CE96-CF60-4E6B-ACD7-9AB499D9C3FC}"/>
    <dgm:cxn modelId="{39EEA932-AC74-43F7-9963-DEA7B9F7336C}" srcId="{2DCFAC22-B6C1-4CD6-8ED8-A34264BA83D7}" destId="{CEE974D9-0E7C-4CF2-B5E0-B3C50CDEE502}" srcOrd="1" destOrd="0" parTransId="{1C8A9876-5E16-42F2-83E0-FE2C9111C29C}" sibTransId="{7FFAA09E-DC93-4232-B82C-B27A730F021E}"/>
    <dgm:cxn modelId="{C1F98F46-5263-4CCC-A854-06AAA958C204}" type="presOf" srcId="{CEE974D9-0E7C-4CF2-B5E0-B3C50CDEE502}" destId="{182B9657-68F5-467C-A46C-3C857F17EA61}" srcOrd="0" destOrd="0" presId="urn:microsoft.com/office/officeart/2005/8/layout/default"/>
    <dgm:cxn modelId="{8516A782-B83F-4A02-80D4-74DDC538ACDE}" type="presOf" srcId="{1D006D2D-9CF5-4F8E-A412-BC1D5D327F6A}" destId="{8E0B5074-FC07-40EA-832A-84EE7BE76F6A}" srcOrd="0" destOrd="0" presId="urn:microsoft.com/office/officeart/2005/8/layout/default"/>
    <dgm:cxn modelId="{7D2D6095-495E-4486-84F9-304C874B4052}" type="presOf" srcId="{572101A9-E634-4626-828D-C10D4D500468}" destId="{2F0D6CB7-7395-42AD-9ABE-AF1B0C455013}" srcOrd="0" destOrd="0" presId="urn:microsoft.com/office/officeart/2005/8/layout/default"/>
    <dgm:cxn modelId="{AF5F8DA4-64E9-48A4-B6F7-C00430BF1280}" type="presOf" srcId="{6BF7194E-2359-4E1D-A9A4-6740B43EC78E}" destId="{57DD6ED7-5AFF-4ECA-ABE1-0DC244F47985}" srcOrd="0" destOrd="0" presId="urn:microsoft.com/office/officeart/2005/8/layout/default"/>
    <dgm:cxn modelId="{518339C9-7EB2-447E-B7F0-1EE7EDD97623}" srcId="{2DCFAC22-B6C1-4CD6-8ED8-A34264BA83D7}" destId="{572101A9-E634-4626-828D-C10D4D500468}" srcOrd="0" destOrd="0" parTransId="{42493269-D821-4D26-9929-7A6697E98BA8}" sibTransId="{D380E1DA-5BDE-4336-813E-5082D7F6FE21}"/>
    <dgm:cxn modelId="{41D1C8EA-2B23-406E-97A2-DB82250843E9}" type="presOf" srcId="{09C428DC-4FAB-45F9-9CA2-3F1649C49B39}" destId="{52D34C49-FDE9-4C73-8314-1C1A8D31BE14}" srcOrd="0" destOrd="0" presId="urn:microsoft.com/office/officeart/2005/8/layout/default"/>
    <dgm:cxn modelId="{8CA858F2-59E8-4109-9E15-0882A2235313}" srcId="{2DCFAC22-B6C1-4CD6-8ED8-A34264BA83D7}" destId="{6BF7194E-2359-4E1D-A9A4-6740B43EC78E}" srcOrd="3" destOrd="0" parTransId="{86D858C1-7E7B-476B-AD9E-EE8A35D9F5DA}" sibTransId="{059BC73C-B177-4E1C-98C3-FE0FEDAFB924}"/>
    <dgm:cxn modelId="{458B21C6-8FE5-42C1-B4BE-252D70558D93}" type="presParOf" srcId="{985B0A87-D820-4A3B-93A1-1B4933F13792}" destId="{2F0D6CB7-7395-42AD-9ABE-AF1B0C455013}" srcOrd="0" destOrd="0" presId="urn:microsoft.com/office/officeart/2005/8/layout/default"/>
    <dgm:cxn modelId="{F3AC12E9-4FC1-4DA3-BADD-ECBEA84F27B9}" type="presParOf" srcId="{985B0A87-D820-4A3B-93A1-1B4933F13792}" destId="{A7E00535-416D-46E8-A5F7-7E21DA58F6F3}" srcOrd="1" destOrd="0" presId="urn:microsoft.com/office/officeart/2005/8/layout/default"/>
    <dgm:cxn modelId="{1FAD8536-6C54-4147-8F57-8881AF910AC9}" type="presParOf" srcId="{985B0A87-D820-4A3B-93A1-1B4933F13792}" destId="{182B9657-68F5-467C-A46C-3C857F17EA61}" srcOrd="2" destOrd="0" presId="urn:microsoft.com/office/officeart/2005/8/layout/default"/>
    <dgm:cxn modelId="{5ADE5C9C-6E39-4A61-AC84-2837D430AE0F}" type="presParOf" srcId="{985B0A87-D820-4A3B-93A1-1B4933F13792}" destId="{4B17D5FF-593B-4BBA-8A54-D10A5FEA2F38}" srcOrd="3" destOrd="0" presId="urn:microsoft.com/office/officeart/2005/8/layout/default"/>
    <dgm:cxn modelId="{92FE968D-FE9C-401B-B4B1-B1C7FA954265}" type="presParOf" srcId="{985B0A87-D820-4A3B-93A1-1B4933F13792}" destId="{52D34C49-FDE9-4C73-8314-1C1A8D31BE14}" srcOrd="4" destOrd="0" presId="urn:microsoft.com/office/officeart/2005/8/layout/default"/>
    <dgm:cxn modelId="{C750D9AA-3C0A-470D-BE15-FAEC357E314E}" type="presParOf" srcId="{985B0A87-D820-4A3B-93A1-1B4933F13792}" destId="{96F40B88-8F9B-4EBE-9719-E9D655B83094}" srcOrd="5" destOrd="0" presId="urn:microsoft.com/office/officeart/2005/8/layout/default"/>
    <dgm:cxn modelId="{6BF57810-F8CA-4ADC-8D0E-5E6B8EE87AF3}" type="presParOf" srcId="{985B0A87-D820-4A3B-93A1-1B4933F13792}" destId="{57DD6ED7-5AFF-4ECA-ABE1-0DC244F47985}" srcOrd="6" destOrd="0" presId="urn:microsoft.com/office/officeart/2005/8/layout/default"/>
    <dgm:cxn modelId="{FCC34AB6-35C4-493C-8A6E-8992B17E65DE}" type="presParOf" srcId="{985B0A87-D820-4A3B-93A1-1B4933F13792}" destId="{0D3A435B-597B-40C6-BCEC-87B43949A56A}" srcOrd="7" destOrd="0" presId="urn:microsoft.com/office/officeart/2005/8/layout/default"/>
    <dgm:cxn modelId="{76B50B28-27A5-42C5-9E32-1E68F4001770}" type="presParOf" srcId="{985B0A87-D820-4A3B-93A1-1B4933F13792}" destId="{8E0B5074-FC07-40EA-832A-84EE7BE76F6A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997D4DF-844E-4C4B-A308-CA123AD1E48F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BA870FB-3471-4266-BB7C-D22308D3CBB6}">
      <dgm:prSet/>
      <dgm:spPr/>
      <dgm:t>
        <a:bodyPr/>
        <a:lstStyle/>
        <a:p>
          <a:r>
            <a:rPr lang="en-US"/>
            <a:t>En grupos:</a:t>
          </a:r>
        </a:p>
      </dgm:t>
    </dgm:pt>
    <dgm:pt modelId="{E3B1EEA4-5CEA-423D-9527-74C036EE0A14}" type="parTrans" cxnId="{2EB5B977-A4F1-44E8-9038-046C13F9F7C4}">
      <dgm:prSet/>
      <dgm:spPr/>
      <dgm:t>
        <a:bodyPr/>
        <a:lstStyle/>
        <a:p>
          <a:endParaRPr lang="en-US"/>
        </a:p>
      </dgm:t>
    </dgm:pt>
    <dgm:pt modelId="{A4FCAA20-B9B4-4CC3-838F-BADBE098D08C}" type="sibTrans" cxnId="{2EB5B977-A4F1-44E8-9038-046C13F9F7C4}">
      <dgm:prSet/>
      <dgm:spPr/>
      <dgm:t>
        <a:bodyPr/>
        <a:lstStyle/>
        <a:p>
          <a:endParaRPr lang="en-US"/>
        </a:p>
      </dgm:t>
    </dgm:pt>
    <dgm:pt modelId="{16F551B9-70C2-4A74-84BD-159C83261403}">
      <dgm:prSet/>
      <dgm:spPr/>
      <dgm:t>
        <a:bodyPr/>
        <a:lstStyle/>
        <a:p>
          <a:r>
            <a:rPr lang="en-US"/>
            <a:t>1. Elijan un software conocido</a:t>
          </a:r>
        </a:p>
      </dgm:t>
    </dgm:pt>
    <dgm:pt modelId="{37E82199-3CD3-4253-94E2-62C4DA2F484D}" type="parTrans" cxnId="{2725F2A6-B9D4-4D1A-BAD1-6BFA2B746AFB}">
      <dgm:prSet/>
      <dgm:spPr/>
      <dgm:t>
        <a:bodyPr/>
        <a:lstStyle/>
        <a:p>
          <a:endParaRPr lang="en-US"/>
        </a:p>
      </dgm:t>
    </dgm:pt>
    <dgm:pt modelId="{F9305675-4CF5-4ACF-9B01-27E10CED7010}" type="sibTrans" cxnId="{2725F2A6-B9D4-4D1A-BAD1-6BFA2B746AFB}">
      <dgm:prSet/>
      <dgm:spPr/>
      <dgm:t>
        <a:bodyPr/>
        <a:lstStyle/>
        <a:p>
          <a:endParaRPr lang="en-US"/>
        </a:p>
      </dgm:t>
    </dgm:pt>
    <dgm:pt modelId="{5F988EBB-A483-4A1C-A89E-2B398EFDFC14}">
      <dgm:prSet/>
      <dgm:spPr/>
      <dgm:t>
        <a:bodyPr/>
        <a:lstStyle/>
        <a:p>
          <a:r>
            <a:rPr lang="en-US"/>
            <a:t>2. Determinen si lo abordarían como producto o proceso</a:t>
          </a:r>
        </a:p>
      </dgm:t>
    </dgm:pt>
    <dgm:pt modelId="{87FE8C9E-973D-492C-B4CD-C800346FBA25}" type="parTrans" cxnId="{C6E384DF-B217-4196-98E4-2B3C8F499CBD}">
      <dgm:prSet/>
      <dgm:spPr/>
      <dgm:t>
        <a:bodyPr/>
        <a:lstStyle/>
        <a:p>
          <a:endParaRPr lang="en-US"/>
        </a:p>
      </dgm:t>
    </dgm:pt>
    <dgm:pt modelId="{7894E907-95CE-494C-9A0B-00FAA2A8C774}" type="sibTrans" cxnId="{C6E384DF-B217-4196-98E4-2B3C8F499CBD}">
      <dgm:prSet/>
      <dgm:spPr/>
      <dgm:t>
        <a:bodyPr/>
        <a:lstStyle/>
        <a:p>
          <a:endParaRPr lang="en-US"/>
        </a:p>
      </dgm:t>
    </dgm:pt>
    <dgm:pt modelId="{06C658A8-1A66-45D3-9E28-5C90601ABCF1}">
      <dgm:prSet/>
      <dgm:spPr/>
      <dgm:t>
        <a:bodyPr/>
        <a:lstStyle/>
        <a:p>
          <a:r>
            <a:rPr lang="en-US"/>
            <a:t>3. Identifiquen 3 cualidades internas y 3 externas</a:t>
          </a:r>
        </a:p>
      </dgm:t>
    </dgm:pt>
    <dgm:pt modelId="{BCE4C3BB-3634-437C-BC98-E3CC6843187F}" type="parTrans" cxnId="{B7E42FE5-1A4A-475A-931F-E411AE8A598F}">
      <dgm:prSet/>
      <dgm:spPr/>
      <dgm:t>
        <a:bodyPr/>
        <a:lstStyle/>
        <a:p>
          <a:endParaRPr lang="en-US"/>
        </a:p>
      </dgm:t>
    </dgm:pt>
    <dgm:pt modelId="{FD71077D-6805-49F0-8156-10A1B5E3F239}" type="sibTrans" cxnId="{B7E42FE5-1A4A-475A-931F-E411AE8A598F}">
      <dgm:prSet/>
      <dgm:spPr/>
      <dgm:t>
        <a:bodyPr/>
        <a:lstStyle/>
        <a:p>
          <a:endParaRPr lang="en-US"/>
        </a:p>
      </dgm:t>
    </dgm:pt>
    <dgm:pt modelId="{196751C5-EB57-4C7E-A0C7-40D901D29E07}">
      <dgm:prSet/>
      <dgm:spPr/>
      <dgm:t>
        <a:bodyPr/>
        <a:lstStyle/>
        <a:p>
          <a:r>
            <a:rPr lang="en-US"/>
            <a:t>4. Detecten un posible problema de deseconomía de escala</a:t>
          </a:r>
        </a:p>
      </dgm:t>
    </dgm:pt>
    <dgm:pt modelId="{7A4FE631-72D8-4F81-B1AC-C31D9FC5A739}" type="parTrans" cxnId="{7340227E-B823-46D8-B454-D4AEC5777294}">
      <dgm:prSet/>
      <dgm:spPr/>
      <dgm:t>
        <a:bodyPr/>
        <a:lstStyle/>
        <a:p>
          <a:endParaRPr lang="en-US"/>
        </a:p>
      </dgm:t>
    </dgm:pt>
    <dgm:pt modelId="{76FCB969-0D9A-446C-8AFD-CC669E74F1F8}" type="sibTrans" cxnId="{7340227E-B823-46D8-B454-D4AEC5777294}">
      <dgm:prSet/>
      <dgm:spPr/>
      <dgm:t>
        <a:bodyPr/>
        <a:lstStyle/>
        <a:p>
          <a:endParaRPr lang="en-US"/>
        </a:p>
      </dgm:t>
    </dgm:pt>
    <dgm:pt modelId="{78AFB21D-DA8B-4900-BE89-333C060671A5}" type="pres">
      <dgm:prSet presAssocID="{9997D4DF-844E-4C4B-A308-CA123AD1E48F}" presName="linear" presStyleCnt="0">
        <dgm:presLayoutVars>
          <dgm:dir/>
          <dgm:animLvl val="lvl"/>
          <dgm:resizeHandles val="exact"/>
        </dgm:presLayoutVars>
      </dgm:prSet>
      <dgm:spPr/>
    </dgm:pt>
    <dgm:pt modelId="{9C6540E1-43A0-4356-90DD-727294AF60C9}" type="pres">
      <dgm:prSet presAssocID="{CBA870FB-3471-4266-BB7C-D22308D3CBB6}" presName="parentLin" presStyleCnt="0"/>
      <dgm:spPr/>
    </dgm:pt>
    <dgm:pt modelId="{ED8DD391-0BE1-412E-9751-F731C5546F3E}" type="pres">
      <dgm:prSet presAssocID="{CBA870FB-3471-4266-BB7C-D22308D3CBB6}" presName="parentLeftMargin" presStyleLbl="node1" presStyleIdx="0" presStyleCnt="5"/>
      <dgm:spPr/>
    </dgm:pt>
    <dgm:pt modelId="{3F5C3203-B9FB-4F76-8305-7708FD4D61A9}" type="pres">
      <dgm:prSet presAssocID="{CBA870FB-3471-4266-BB7C-D22308D3CBB6}" presName="parentText" presStyleLbl="node1" presStyleIdx="0" presStyleCnt="5" custLinFactNeighborX="-100000" custLinFactNeighborY="6833">
        <dgm:presLayoutVars>
          <dgm:chMax val="0"/>
          <dgm:bulletEnabled val="1"/>
        </dgm:presLayoutVars>
      </dgm:prSet>
      <dgm:spPr/>
    </dgm:pt>
    <dgm:pt modelId="{9062ECA2-B1FE-4AA9-9881-3DF9C969101E}" type="pres">
      <dgm:prSet presAssocID="{CBA870FB-3471-4266-BB7C-D22308D3CBB6}" presName="negativeSpace" presStyleCnt="0"/>
      <dgm:spPr/>
    </dgm:pt>
    <dgm:pt modelId="{FF8F2F62-B5F9-45D7-89DC-B0EE28F2D3C2}" type="pres">
      <dgm:prSet presAssocID="{CBA870FB-3471-4266-BB7C-D22308D3CBB6}" presName="childText" presStyleLbl="conFgAcc1" presStyleIdx="0" presStyleCnt="5">
        <dgm:presLayoutVars>
          <dgm:bulletEnabled val="1"/>
        </dgm:presLayoutVars>
      </dgm:prSet>
      <dgm:spPr/>
    </dgm:pt>
    <dgm:pt modelId="{2E98DE94-850D-4F4C-8FBB-1D62D4E40583}" type="pres">
      <dgm:prSet presAssocID="{A4FCAA20-B9B4-4CC3-838F-BADBE098D08C}" presName="spaceBetweenRectangles" presStyleCnt="0"/>
      <dgm:spPr/>
    </dgm:pt>
    <dgm:pt modelId="{0BAE4B74-A7B1-4546-A59B-50913E1C8F91}" type="pres">
      <dgm:prSet presAssocID="{16F551B9-70C2-4A74-84BD-159C83261403}" presName="parentLin" presStyleCnt="0"/>
      <dgm:spPr/>
    </dgm:pt>
    <dgm:pt modelId="{DB14DFAE-F072-421F-ABCC-14DC0B9C3B1C}" type="pres">
      <dgm:prSet presAssocID="{16F551B9-70C2-4A74-84BD-159C83261403}" presName="parentLeftMargin" presStyleLbl="node1" presStyleIdx="0" presStyleCnt="5"/>
      <dgm:spPr/>
    </dgm:pt>
    <dgm:pt modelId="{F0B78A76-3C1F-4083-9BCE-BDB423AC1722}" type="pres">
      <dgm:prSet presAssocID="{16F551B9-70C2-4A74-84BD-159C8326140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D02628D-4A0A-4645-B38E-AB2FD98A4F21}" type="pres">
      <dgm:prSet presAssocID="{16F551B9-70C2-4A74-84BD-159C83261403}" presName="negativeSpace" presStyleCnt="0"/>
      <dgm:spPr/>
    </dgm:pt>
    <dgm:pt modelId="{F41C20B3-8EFD-42EB-8F5A-DE29109B5475}" type="pres">
      <dgm:prSet presAssocID="{16F551B9-70C2-4A74-84BD-159C83261403}" presName="childText" presStyleLbl="conFgAcc1" presStyleIdx="1" presStyleCnt="5">
        <dgm:presLayoutVars>
          <dgm:bulletEnabled val="1"/>
        </dgm:presLayoutVars>
      </dgm:prSet>
      <dgm:spPr/>
    </dgm:pt>
    <dgm:pt modelId="{39FE12E3-B925-4BFE-BF47-7901E2FDBE56}" type="pres">
      <dgm:prSet presAssocID="{F9305675-4CF5-4ACF-9B01-27E10CED7010}" presName="spaceBetweenRectangles" presStyleCnt="0"/>
      <dgm:spPr/>
    </dgm:pt>
    <dgm:pt modelId="{30E35721-78D1-468A-B05A-B880AED1CFEE}" type="pres">
      <dgm:prSet presAssocID="{5F988EBB-A483-4A1C-A89E-2B398EFDFC14}" presName="parentLin" presStyleCnt="0"/>
      <dgm:spPr/>
    </dgm:pt>
    <dgm:pt modelId="{B7DF4158-1229-4216-9AAA-07C8599DB6C3}" type="pres">
      <dgm:prSet presAssocID="{5F988EBB-A483-4A1C-A89E-2B398EFDFC14}" presName="parentLeftMargin" presStyleLbl="node1" presStyleIdx="1" presStyleCnt="5"/>
      <dgm:spPr/>
    </dgm:pt>
    <dgm:pt modelId="{517E204D-DE6A-4C09-A50F-FE8DB8F0B152}" type="pres">
      <dgm:prSet presAssocID="{5F988EBB-A483-4A1C-A89E-2B398EFDFC1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D958AF1-26F5-4D2E-9795-D5571D812227}" type="pres">
      <dgm:prSet presAssocID="{5F988EBB-A483-4A1C-A89E-2B398EFDFC14}" presName="negativeSpace" presStyleCnt="0"/>
      <dgm:spPr/>
    </dgm:pt>
    <dgm:pt modelId="{330AB0B1-5A7A-4BBC-87AA-5C06751C57B3}" type="pres">
      <dgm:prSet presAssocID="{5F988EBB-A483-4A1C-A89E-2B398EFDFC14}" presName="childText" presStyleLbl="conFgAcc1" presStyleIdx="2" presStyleCnt="5">
        <dgm:presLayoutVars>
          <dgm:bulletEnabled val="1"/>
        </dgm:presLayoutVars>
      </dgm:prSet>
      <dgm:spPr/>
    </dgm:pt>
    <dgm:pt modelId="{9EDB5089-1C9A-412A-A449-A83880324951}" type="pres">
      <dgm:prSet presAssocID="{7894E907-95CE-494C-9A0B-00FAA2A8C774}" presName="spaceBetweenRectangles" presStyleCnt="0"/>
      <dgm:spPr/>
    </dgm:pt>
    <dgm:pt modelId="{4A83D01E-1829-4350-B659-66517C72B2F7}" type="pres">
      <dgm:prSet presAssocID="{06C658A8-1A66-45D3-9E28-5C90601ABCF1}" presName="parentLin" presStyleCnt="0"/>
      <dgm:spPr/>
    </dgm:pt>
    <dgm:pt modelId="{45943FFE-ECFE-45F5-8668-DF30D904117E}" type="pres">
      <dgm:prSet presAssocID="{06C658A8-1A66-45D3-9E28-5C90601ABCF1}" presName="parentLeftMargin" presStyleLbl="node1" presStyleIdx="2" presStyleCnt="5"/>
      <dgm:spPr/>
    </dgm:pt>
    <dgm:pt modelId="{15BFCE69-E7B8-4035-A026-47820FF38C12}" type="pres">
      <dgm:prSet presAssocID="{06C658A8-1A66-45D3-9E28-5C90601ABCF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8C7A7F0-714C-4F30-A543-E579846018E9}" type="pres">
      <dgm:prSet presAssocID="{06C658A8-1A66-45D3-9E28-5C90601ABCF1}" presName="negativeSpace" presStyleCnt="0"/>
      <dgm:spPr/>
    </dgm:pt>
    <dgm:pt modelId="{8B5D5B0A-9306-40EF-AC86-A17FF29C9EA4}" type="pres">
      <dgm:prSet presAssocID="{06C658A8-1A66-45D3-9E28-5C90601ABCF1}" presName="childText" presStyleLbl="conFgAcc1" presStyleIdx="3" presStyleCnt="5">
        <dgm:presLayoutVars>
          <dgm:bulletEnabled val="1"/>
        </dgm:presLayoutVars>
      </dgm:prSet>
      <dgm:spPr/>
    </dgm:pt>
    <dgm:pt modelId="{7C8135FF-AED8-479B-8BB0-DC35DF635213}" type="pres">
      <dgm:prSet presAssocID="{FD71077D-6805-49F0-8156-10A1B5E3F239}" presName="spaceBetweenRectangles" presStyleCnt="0"/>
      <dgm:spPr/>
    </dgm:pt>
    <dgm:pt modelId="{82AF7E49-3B18-42C9-82B6-E948869B0442}" type="pres">
      <dgm:prSet presAssocID="{196751C5-EB57-4C7E-A0C7-40D901D29E07}" presName="parentLin" presStyleCnt="0"/>
      <dgm:spPr/>
    </dgm:pt>
    <dgm:pt modelId="{5C85C951-A047-4681-ABCF-60985706E3A6}" type="pres">
      <dgm:prSet presAssocID="{196751C5-EB57-4C7E-A0C7-40D901D29E07}" presName="parentLeftMargin" presStyleLbl="node1" presStyleIdx="3" presStyleCnt="5"/>
      <dgm:spPr/>
    </dgm:pt>
    <dgm:pt modelId="{7930AEB5-10F1-4C3C-A4C4-A091EE9515FF}" type="pres">
      <dgm:prSet presAssocID="{196751C5-EB57-4C7E-A0C7-40D901D29E07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0E0A0EE9-28CB-4339-AFF5-53CF9566AB3F}" type="pres">
      <dgm:prSet presAssocID="{196751C5-EB57-4C7E-A0C7-40D901D29E07}" presName="negativeSpace" presStyleCnt="0"/>
      <dgm:spPr/>
    </dgm:pt>
    <dgm:pt modelId="{CB86830D-024F-477F-8349-287F7927EF06}" type="pres">
      <dgm:prSet presAssocID="{196751C5-EB57-4C7E-A0C7-40D901D29E07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844BD769-E08B-4814-B6E0-F7E51F33C85A}" type="presOf" srcId="{06C658A8-1A66-45D3-9E28-5C90601ABCF1}" destId="{45943FFE-ECFE-45F5-8668-DF30D904117E}" srcOrd="0" destOrd="0" presId="urn:microsoft.com/office/officeart/2005/8/layout/list1"/>
    <dgm:cxn modelId="{65063550-0B80-4A3B-A7B4-9F9A71036CEE}" type="presOf" srcId="{CBA870FB-3471-4266-BB7C-D22308D3CBB6}" destId="{3F5C3203-B9FB-4F76-8305-7708FD4D61A9}" srcOrd="1" destOrd="0" presId="urn:microsoft.com/office/officeart/2005/8/layout/list1"/>
    <dgm:cxn modelId="{AE5CB651-2979-432E-9A89-976797078875}" type="presOf" srcId="{CBA870FB-3471-4266-BB7C-D22308D3CBB6}" destId="{ED8DD391-0BE1-412E-9751-F731C5546F3E}" srcOrd="0" destOrd="0" presId="urn:microsoft.com/office/officeart/2005/8/layout/list1"/>
    <dgm:cxn modelId="{2EB5B977-A4F1-44E8-9038-046C13F9F7C4}" srcId="{9997D4DF-844E-4C4B-A308-CA123AD1E48F}" destId="{CBA870FB-3471-4266-BB7C-D22308D3CBB6}" srcOrd="0" destOrd="0" parTransId="{E3B1EEA4-5CEA-423D-9527-74C036EE0A14}" sibTransId="{A4FCAA20-B9B4-4CC3-838F-BADBE098D08C}"/>
    <dgm:cxn modelId="{7340227E-B823-46D8-B454-D4AEC5777294}" srcId="{9997D4DF-844E-4C4B-A308-CA123AD1E48F}" destId="{196751C5-EB57-4C7E-A0C7-40D901D29E07}" srcOrd="4" destOrd="0" parTransId="{7A4FE631-72D8-4F81-B1AC-C31D9FC5A739}" sibTransId="{76FCB969-0D9A-446C-8AFD-CC669E74F1F8}"/>
    <dgm:cxn modelId="{A2DA8F87-09E7-458C-8895-8FCF7CF37DEF}" type="presOf" srcId="{5F988EBB-A483-4A1C-A89E-2B398EFDFC14}" destId="{B7DF4158-1229-4216-9AAA-07C8599DB6C3}" srcOrd="0" destOrd="0" presId="urn:microsoft.com/office/officeart/2005/8/layout/list1"/>
    <dgm:cxn modelId="{BB199092-53D6-4EED-9BEC-8F9BB525E19D}" type="presOf" srcId="{5F988EBB-A483-4A1C-A89E-2B398EFDFC14}" destId="{517E204D-DE6A-4C09-A50F-FE8DB8F0B152}" srcOrd="1" destOrd="0" presId="urn:microsoft.com/office/officeart/2005/8/layout/list1"/>
    <dgm:cxn modelId="{724CC097-778D-4024-B30F-2F4DF1B28433}" type="presOf" srcId="{196751C5-EB57-4C7E-A0C7-40D901D29E07}" destId="{5C85C951-A047-4681-ABCF-60985706E3A6}" srcOrd="0" destOrd="0" presId="urn:microsoft.com/office/officeart/2005/8/layout/list1"/>
    <dgm:cxn modelId="{2725F2A6-B9D4-4D1A-BAD1-6BFA2B746AFB}" srcId="{9997D4DF-844E-4C4B-A308-CA123AD1E48F}" destId="{16F551B9-70C2-4A74-84BD-159C83261403}" srcOrd="1" destOrd="0" parTransId="{37E82199-3CD3-4253-94E2-62C4DA2F484D}" sibTransId="{F9305675-4CF5-4ACF-9B01-27E10CED7010}"/>
    <dgm:cxn modelId="{E70499BB-6687-4AE0-A6C9-97071F2C7EC1}" type="presOf" srcId="{9997D4DF-844E-4C4B-A308-CA123AD1E48F}" destId="{78AFB21D-DA8B-4900-BE89-333C060671A5}" srcOrd="0" destOrd="0" presId="urn:microsoft.com/office/officeart/2005/8/layout/list1"/>
    <dgm:cxn modelId="{BBE2A4C1-48CB-4262-9E7C-9E4946D8A4C3}" type="presOf" srcId="{06C658A8-1A66-45D3-9E28-5C90601ABCF1}" destId="{15BFCE69-E7B8-4035-A026-47820FF38C12}" srcOrd="1" destOrd="0" presId="urn:microsoft.com/office/officeart/2005/8/layout/list1"/>
    <dgm:cxn modelId="{0A8F83C2-65C5-4B5B-804B-7CB7035A6517}" type="presOf" srcId="{16F551B9-70C2-4A74-84BD-159C83261403}" destId="{DB14DFAE-F072-421F-ABCC-14DC0B9C3B1C}" srcOrd="0" destOrd="0" presId="urn:microsoft.com/office/officeart/2005/8/layout/list1"/>
    <dgm:cxn modelId="{6E97C1C5-80BC-494C-A49D-5A9BA7933301}" type="presOf" srcId="{16F551B9-70C2-4A74-84BD-159C83261403}" destId="{F0B78A76-3C1F-4083-9BCE-BDB423AC1722}" srcOrd="1" destOrd="0" presId="urn:microsoft.com/office/officeart/2005/8/layout/list1"/>
    <dgm:cxn modelId="{C6E384DF-B217-4196-98E4-2B3C8F499CBD}" srcId="{9997D4DF-844E-4C4B-A308-CA123AD1E48F}" destId="{5F988EBB-A483-4A1C-A89E-2B398EFDFC14}" srcOrd="2" destOrd="0" parTransId="{87FE8C9E-973D-492C-B4CD-C800346FBA25}" sibTransId="{7894E907-95CE-494C-9A0B-00FAA2A8C774}"/>
    <dgm:cxn modelId="{170282E0-9B29-4625-9386-DCCA0E071286}" type="presOf" srcId="{196751C5-EB57-4C7E-A0C7-40D901D29E07}" destId="{7930AEB5-10F1-4C3C-A4C4-A091EE9515FF}" srcOrd="1" destOrd="0" presId="urn:microsoft.com/office/officeart/2005/8/layout/list1"/>
    <dgm:cxn modelId="{B7E42FE5-1A4A-475A-931F-E411AE8A598F}" srcId="{9997D4DF-844E-4C4B-A308-CA123AD1E48F}" destId="{06C658A8-1A66-45D3-9E28-5C90601ABCF1}" srcOrd="3" destOrd="0" parTransId="{BCE4C3BB-3634-437C-BC98-E3CC6843187F}" sibTransId="{FD71077D-6805-49F0-8156-10A1B5E3F239}"/>
    <dgm:cxn modelId="{4965318B-D636-41BD-B9FD-3E8F3FC44223}" type="presParOf" srcId="{78AFB21D-DA8B-4900-BE89-333C060671A5}" destId="{9C6540E1-43A0-4356-90DD-727294AF60C9}" srcOrd="0" destOrd="0" presId="urn:microsoft.com/office/officeart/2005/8/layout/list1"/>
    <dgm:cxn modelId="{0DE43071-B3B6-4AA3-AD84-3214E0D1340A}" type="presParOf" srcId="{9C6540E1-43A0-4356-90DD-727294AF60C9}" destId="{ED8DD391-0BE1-412E-9751-F731C5546F3E}" srcOrd="0" destOrd="0" presId="urn:microsoft.com/office/officeart/2005/8/layout/list1"/>
    <dgm:cxn modelId="{E570D1D7-6EDE-4438-ACAA-8C4BDD55C14A}" type="presParOf" srcId="{9C6540E1-43A0-4356-90DD-727294AF60C9}" destId="{3F5C3203-B9FB-4F76-8305-7708FD4D61A9}" srcOrd="1" destOrd="0" presId="urn:microsoft.com/office/officeart/2005/8/layout/list1"/>
    <dgm:cxn modelId="{996011FF-45B4-4DC2-BA03-AA3987B8B0FC}" type="presParOf" srcId="{78AFB21D-DA8B-4900-BE89-333C060671A5}" destId="{9062ECA2-B1FE-4AA9-9881-3DF9C969101E}" srcOrd="1" destOrd="0" presId="urn:microsoft.com/office/officeart/2005/8/layout/list1"/>
    <dgm:cxn modelId="{F56A66F5-B58B-44C4-9C05-E0BF5EBFF4D7}" type="presParOf" srcId="{78AFB21D-DA8B-4900-BE89-333C060671A5}" destId="{FF8F2F62-B5F9-45D7-89DC-B0EE28F2D3C2}" srcOrd="2" destOrd="0" presId="urn:microsoft.com/office/officeart/2005/8/layout/list1"/>
    <dgm:cxn modelId="{CFEC74DC-3250-4A72-A9E8-8F18AC0A7BE6}" type="presParOf" srcId="{78AFB21D-DA8B-4900-BE89-333C060671A5}" destId="{2E98DE94-850D-4F4C-8FBB-1D62D4E40583}" srcOrd="3" destOrd="0" presId="urn:microsoft.com/office/officeart/2005/8/layout/list1"/>
    <dgm:cxn modelId="{70899109-64F6-4F9F-A2C5-0AD0A918D3B4}" type="presParOf" srcId="{78AFB21D-DA8B-4900-BE89-333C060671A5}" destId="{0BAE4B74-A7B1-4546-A59B-50913E1C8F91}" srcOrd="4" destOrd="0" presId="urn:microsoft.com/office/officeart/2005/8/layout/list1"/>
    <dgm:cxn modelId="{8EF4A6F5-116C-4293-B7EF-258C99E09305}" type="presParOf" srcId="{0BAE4B74-A7B1-4546-A59B-50913E1C8F91}" destId="{DB14DFAE-F072-421F-ABCC-14DC0B9C3B1C}" srcOrd="0" destOrd="0" presId="urn:microsoft.com/office/officeart/2005/8/layout/list1"/>
    <dgm:cxn modelId="{FBEE76C5-A7DB-4EA6-B6F4-7FD151718F39}" type="presParOf" srcId="{0BAE4B74-A7B1-4546-A59B-50913E1C8F91}" destId="{F0B78A76-3C1F-4083-9BCE-BDB423AC1722}" srcOrd="1" destOrd="0" presId="urn:microsoft.com/office/officeart/2005/8/layout/list1"/>
    <dgm:cxn modelId="{C0DFF3D3-93C4-4946-90FC-333BDA601607}" type="presParOf" srcId="{78AFB21D-DA8B-4900-BE89-333C060671A5}" destId="{8D02628D-4A0A-4645-B38E-AB2FD98A4F21}" srcOrd="5" destOrd="0" presId="urn:microsoft.com/office/officeart/2005/8/layout/list1"/>
    <dgm:cxn modelId="{1E15A19F-8538-4FE7-B517-70FB78FB22B7}" type="presParOf" srcId="{78AFB21D-DA8B-4900-BE89-333C060671A5}" destId="{F41C20B3-8EFD-42EB-8F5A-DE29109B5475}" srcOrd="6" destOrd="0" presId="urn:microsoft.com/office/officeart/2005/8/layout/list1"/>
    <dgm:cxn modelId="{C0487B15-77B0-4EDC-82E9-EF6A8A3FFBB0}" type="presParOf" srcId="{78AFB21D-DA8B-4900-BE89-333C060671A5}" destId="{39FE12E3-B925-4BFE-BF47-7901E2FDBE56}" srcOrd="7" destOrd="0" presId="urn:microsoft.com/office/officeart/2005/8/layout/list1"/>
    <dgm:cxn modelId="{C386EC3C-B92A-4CE4-B104-0E95AB5526DE}" type="presParOf" srcId="{78AFB21D-DA8B-4900-BE89-333C060671A5}" destId="{30E35721-78D1-468A-B05A-B880AED1CFEE}" srcOrd="8" destOrd="0" presId="urn:microsoft.com/office/officeart/2005/8/layout/list1"/>
    <dgm:cxn modelId="{479BFC66-C483-43E7-B051-57553B5219A5}" type="presParOf" srcId="{30E35721-78D1-468A-B05A-B880AED1CFEE}" destId="{B7DF4158-1229-4216-9AAA-07C8599DB6C3}" srcOrd="0" destOrd="0" presId="urn:microsoft.com/office/officeart/2005/8/layout/list1"/>
    <dgm:cxn modelId="{35C504A5-0460-4939-8325-03247C4E2E5B}" type="presParOf" srcId="{30E35721-78D1-468A-B05A-B880AED1CFEE}" destId="{517E204D-DE6A-4C09-A50F-FE8DB8F0B152}" srcOrd="1" destOrd="0" presId="urn:microsoft.com/office/officeart/2005/8/layout/list1"/>
    <dgm:cxn modelId="{F7CEAE3E-787E-4EFE-B232-0F61574C13E4}" type="presParOf" srcId="{78AFB21D-DA8B-4900-BE89-333C060671A5}" destId="{7D958AF1-26F5-4D2E-9795-D5571D812227}" srcOrd="9" destOrd="0" presId="urn:microsoft.com/office/officeart/2005/8/layout/list1"/>
    <dgm:cxn modelId="{4581563A-47F2-41B4-9179-4E1757AAD7FD}" type="presParOf" srcId="{78AFB21D-DA8B-4900-BE89-333C060671A5}" destId="{330AB0B1-5A7A-4BBC-87AA-5C06751C57B3}" srcOrd="10" destOrd="0" presId="urn:microsoft.com/office/officeart/2005/8/layout/list1"/>
    <dgm:cxn modelId="{A3B9469A-DF13-479D-8743-1D43286690F7}" type="presParOf" srcId="{78AFB21D-DA8B-4900-BE89-333C060671A5}" destId="{9EDB5089-1C9A-412A-A449-A83880324951}" srcOrd="11" destOrd="0" presId="urn:microsoft.com/office/officeart/2005/8/layout/list1"/>
    <dgm:cxn modelId="{6EDCFA00-9944-4E51-B1B3-835A98001A2E}" type="presParOf" srcId="{78AFB21D-DA8B-4900-BE89-333C060671A5}" destId="{4A83D01E-1829-4350-B659-66517C72B2F7}" srcOrd="12" destOrd="0" presId="urn:microsoft.com/office/officeart/2005/8/layout/list1"/>
    <dgm:cxn modelId="{9AE9308B-D446-4C55-AB5C-20B3FE420A02}" type="presParOf" srcId="{4A83D01E-1829-4350-B659-66517C72B2F7}" destId="{45943FFE-ECFE-45F5-8668-DF30D904117E}" srcOrd="0" destOrd="0" presId="urn:microsoft.com/office/officeart/2005/8/layout/list1"/>
    <dgm:cxn modelId="{6A261CA1-B67F-491E-A5EF-770BB7540C4B}" type="presParOf" srcId="{4A83D01E-1829-4350-B659-66517C72B2F7}" destId="{15BFCE69-E7B8-4035-A026-47820FF38C12}" srcOrd="1" destOrd="0" presId="urn:microsoft.com/office/officeart/2005/8/layout/list1"/>
    <dgm:cxn modelId="{6E54ACC1-54F5-4193-AA09-4D781362A6CD}" type="presParOf" srcId="{78AFB21D-DA8B-4900-BE89-333C060671A5}" destId="{38C7A7F0-714C-4F30-A543-E579846018E9}" srcOrd="13" destOrd="0" presId="urn:microsoft.com/office/officeart/2005/8/layout/list1"/>
    <dgm:cxn modelId="{5EDA4006-BBEB-4EED-8EB6-2452C3B49615}" type="presParOf" srcId="{78AFB21D-DA8B-4900-BE89-333C060671A5}" destId="{8B5D5B0A-9306-40EF-AC86-A17FF29C9EA4}" srcOrd="14" destOrd="0" presId="urn:microsoft.com/office/officeart/2005/8/layout/list1"/>
    <dgm:cxn modelId="{24CAB04C-4753-41C1-AB16-37C83120C254}" type="presParOf" srcId="{78AFB21D-DA8B-4900-BE89-333C060671A5}" destId="{7C8135FF-AED8-479B-8BB0-DC35DF635213}" srcOrd="15" destOrd="0" presId="urn:microsoft.com/office/officeart/2005/8/layout/list1"/>
    <dgm:cxn modelId="{BA969D56-F93A-41EC-9190-0B03419E3574}" type="presParOf" srcId="{78AFB21D-DA8B-4900-BE89-333C060671A5}" destId="{82AF7E49-3B18-42C9-82B6-E948869B0442}" srcOrd="16" destOrd="0" presId="urn:microsoft.com/office/officeart/2005/8/layout/list1"/>
    <dgm:cxn modelId="{156041F0-62C5-46B2-A3F6-C5500A79C031}" type="presParOf" srcId="{82AF7E49-3B18-42C9-82B6-E948869B0442}" destId="{5C85C951-A047-4681-ABCF-60985706E3A6}" srcOrd="0" destOrd="0" presId="urn:microsoft.com/office/officeart/2005/8/layout/list1"/>
    <dgm:cxn modelId="{9D05AC75-94C3-46BF-9E25-C5A226DE30A5}" type="presParOf" srcId="{82AF7E49-3B18-42C9-82B6-E948869B0442}" destId="{7930AEB5-10F1-4C3C-A4C4-A091EE9515FF}" srcOrd="1" destOrd="0" presId="urn:microsoft.com/office/officeart/2005/8/layout/list1"/>
    <dgm:cxn modelId="{F00D0217-7299-4C02-BD09-B8D878A5E1F9}" type="presParOf" srcId="{78AFB21D-DA8B-4900-BE89-333C060671A5}" destId="{0E0A0EE9-28CB-4339-AFF5-53CF9566AB3F}" srcOrd="17" destOrd="0" presId="urn:microsoft.com/office/officeart/2005/8/layout/list1"/>
    <dgm:cxn modelId="{C6A69A16-06C0-4D55-9875-ABFEA469A4B5}" type="presParOf" srcId="{78AFB21D-DA8B-4900-BE89-333C060671A5}" destId="{CB86830D-024F-477F-8349-287F7927EF06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A4D2E02-83C1-4A42-AA74-C49276EB91AD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1EF01D0-371B-4267-9456-90C54810F443}">
      <dgm:prSet/>
      <dgm:spPr/>
      <dgm:t>
        <a:bodyPr/>
        <a:lstStyle/>
        <a:p>
          <a:r>
            <a:rPr lang="en-US" dirty="0" err="1"/>
            <a:t>Resumen</a:t>
          </a:r>
          <a:r>
            <a:rPr lang="en-US" dirty="0"/>
            <a:t> de </a:t>
          </a:r>
          <a:r>
            <a:rPr lang="en-US" dirty="0" err="1"/>
            <a:t>conceptos</a:t>
          </a:r>
          <a:r>
            <a:rPr lang="en-US" dirty="0"/>
            <a:t> clave</a:t>
          </a:r>
        </a:p>
      </dgm:t>
    </dgm:pt>
    <dgm:pt modelId="{D302E2B5-EDD8-47B5-8028-66C725C56594}" type="parTrans" cxnId="{9BF3696B-9CA2-412E-8B2B-37C7F0230043}">
      <dgm:prSet/>
      <dgm:spPr/>
      <dgm:t>
        <a:bodyPr/>
        <a:lstStyle/>
        <a:p>
          <a:endParaRPr lang="en-US"/>
        </a:p>
      </dgm:t>
    </dgm:pt>
    <dgm:pt modelId="{5548979E-4710-4541-B837-8F04552EDA7F}" type="sibTrans" cxnId="{9BF3696B-9CA2-412E-8B2B-37C7F0230043}">
      <dgm:prSet/>
      <dgm:spPr/>
      <dgm:t>
        <a:bodyPr/>
        <a:lstStyle/>
        <a:p>
          <a:endParaRPr lang="en-US"/>
        </a:p>
      </dgm:t>
    </dgm:pt>
    <dgm:pt modelId="{2619F8DE-5737-4146-8F07-4712CAF8369A}">
      <dgm:prSet/>
      <dgm:spPr/>
      <dgm:t>
        <a:bodyPr/>
        <a:lstStyle/>
        <a:p>
          <a:r>
            <a:rPr lang="en-US" dirty="0"/>
            <a:t>Tarea: Leer Unidad II – </a:t>
          </a:r>
          <a:r>
            <a:rPr lang="en-US" dirty="0" err="1"/>
            <a:t>procesos</a:t>
          </a:r>
          <a:r>
            <a:rPr lang="en-US" dirty="0"/>
            <a:t> de Ingeniería de </a:t>
          </a:r>
          <a:r>
            <a:rPr lang="en-US" dirty="0" err="1"/>
            <a:t>Requerimientos</a:t>
          </a:r>
          <a:endParaRPr lang="en-US" dirty="0"/>
        </a:p>
      </dgm:t>
    </dgm:pt>
    <dgm:pt modelId="{8A57A6D6-A2E6-41E6-BA0F-E5562A770B30}" type="parTrans" cxnId="{FE1EAF96-22AD-4FBD-B815-97143AE2388B}">
      <dgm:prSet/>
      <dgm:spPr/>
      <dgm:t>
        <a:bodyPr/>
        <a:lstStyle/>
        <a:p>
          <a:endParaRPr lang="en-US"/>
        </a:p>
      </dgm:t>
    </dgm:pt>
    <dgm:pt modelId="{E62C34DF-FB78-445E-9CFF-3200257AE5E9}" type="sibTrans" cxnId="{FE1EAF96-22AD-4FBD-B815-97143AE2388B}">
      <dgm:prSet/>
      <dgm:spPr/>
      <dgm:t>
        <a:bodyPr/>
        <a:lstStyle/>
        <a:p>
          <a:endParaRPr lang="en-US"/>
        </a:p>
      </dgm:t>
    </dgm:pt>
    <dgm:pt modelId="{2F5FD769-430D-4E85-B39A-0C6CDE756703}">
      <dgm:prSet/>
      <dgm:spPr/>
      <dgm:t>
        <a:bodyPr/>
        <a:lstStyle/>
        <a:p>
          <a:r>
            <a:rPr lang="en-US" dirty="0"/>
            <a:t>Traer </a:t>
          </a:r>
          <a:r>
            <a:rPr lang="en-US" dirty="0" err="1"/>
            <a:t>ejemplos</a:t>
          </a:r>
          <a:r>
            <a:rPr lang="en-US" dirty="0"/>
            <a:t> de </a:t>
          </a:r>
          <a:r>
            <a:rPr lang="en-US" dirty="0" err="1"/>
            <a:t>procesos</a:t>
          </a:r>
          <a:r>
            <a:rPr lang="en-US" dirty="0"/>
            <a:t> o </a:t>
          </a:r>
          <a:r>
            <a:rPr lang="en-US" dirty="0" err="1"/>
            <a:t>subprocesos</a:t>
          </a:r>
          <a:r>
            <a:rPr lang="en-US" dirty="0"/>
            <a:t> </a:t>
          </a:r>
          <a:r>
            <a:rPr lang="en-US" dirty="0" err="1"/>
            <a:t>vividos</a:t>
          </a:r>
          <a:endParaRPr lang="en-US" dirty="0"/>
        </a:p>
      </dgm:t>
    </dgm:pt>
    <dgm:pt modelId="{48006AA7-1AA5-4D6E-A70E-D07572349552}" type="parTrans" cxnId="{9D819284-C194-4DE8-BFE8-4A3FA8AB1E10}">
      <dgm:prSet/>
      <dgm:spPr/>
      <dgm:t>
        <a:bodyPr/>
        <a:lstStyle/>
        <a:p>
          <a:endParaRPr lang="en-US"/>
        </a:p>
      </dgm:t>
    </dgm:pt>
    <dgm:pt modelId="{163BA4C3-E3D8-420A-A55B-EC66A1EAAE24}" type="sibTrans" cxnId="{9D819284-C194-4DE8-BFE8-4A3FA8AB1E10}">
      <dgm:prSet/>
      <dgm:spPr/>
      <dgm:t>
        <a:bodyPr/>
        <a:lstStyle/>
        <a:p>
          <a:endParaRPr lang="en-US"/>
        </a:p>
      </dgm:t>
    </dgm:pt>
    <dgm:pt modelId="{F0288B70-4EF3-41F7-8AE9-4F67C87B8B34}">
      <dgm:prSet/>
      <dgm:spPr/>
      <dgm:t>
        <a:bodyPr/>
        <a:lstStyle/>
        <a:p>
          <a:r>
            <a:rPr lang="en-US" dirty="0" err="1"/>
            <a:t>Publicar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aula virtual un </a:t>
          </a:r>
          <a:r>
            <a:rPr lang="en-US" dirty="0" err="1"/>
            <a:t>ejemplo</a:t>
          </a:r>
          <a:r>
            <a:rPr lang="en-US" dirty="0"/>
            <a:t> breve</a:t>
          </a:r>
        </a:p>
      </dgm:t>
    </dgm:pt>
    <dgm:pt modelId="{D4D3CB2F-CA77-495E-AB81-734E7C4A5AAB}" type="parTrans" cxnId="{E36F67E9-9080-4A2C-8915-BE33F7558E02}">
      <dgm:prSet/>
      <dgm:spPr/>
      <dgm:t>
        <a:bodyPr/>
        <a:lstStyle/>
        <a:p>
          <a:endParaRPr lang="en-US"/>
        </a:p>
      </dgm:t>
    </dgm:pt>
    <dgm:pt modelId="{CB07EB13-FB3D-4116-B668-E5C56B52C34C}" type="sibTrans" cxnId="{E36F67E9-9080-4A2C-8915-BE33F7558E02}">
      <dgm:prSet/>
      <dgm:spPr/>
      <dgm:t>
        <a:bodyPr/>
        <a:lstStyle/>
        <a:p>
          <a:endParaRPr lang="en-US"/>
        </a:p>
      </dgm:t>
    </dgm:pt>
    <dgm:pt modelId="{C3E8D534-CDDA-46FE-B875-7DE142F2F647}" type="pres">
      <dgm:prSet presAssocID="{6A4D2E02-83C1-4A42-AA74-C49276EB91AD}" presName="root" presStyleCnt="0">
        <dgm:presLayoutVars>
          <dgm:dir/>
          <dgm:resizeHandles val="exact"/>
        </dgm:presLayoutVars>
      </dgm:prSet>
      <dgm:spPr/>
    </dgm:pt>
    <dgm:pt modelId="{6AC09873-69B4-4D64-8142-BA56BA0116EB}" type="pres">
      <dgm:prSet presAssocID="{6A4D2E02-83C1-4A42-AA74-C49276EB91AD}" presName="container" presStyleCnt="0">
        <dgm:presLayoutVars>
          <dgm:dir/>
          <dgm:resizeHandles val="exact"/>
        </dgm:presLayoutVars>
      </dgm:prSet>
      <dgm:spPr/>
    </dgm:pt>
    <dgm:pt modelId="{51EB1859-8386-4A97-9724-A37BD728596E}" type="pres">
      <dgm:prSet presAssocID="{01EF01D0-371B-4267-9456-90C54810F443}" presName="compNode" presStyleCnt="0"/>
      <dgm:spPr/>
    </dgm:pt>
    <dgm:pt modelId="{2C54193C-F43F-4C7F-A884-889C776E0395}" type="pres">
      <dgm:prSet presAssocID="{01EF01D0-371B-4267-9456-90C54810F443}" presName="iconBgRect" presStyleLbl="bgShp" presStyleIdx="0" presStyleCnt="4"/>
      <dgm:spPr/>
    </dgm:pt>
    <dgm:pt modelId="{8AE4CA7B-A4BA-4749-82AE-8B0AEE4BF926}" type="pres">
      <dgm:prSet presAssocID="{01EF01D0-371B-4267-9456-90C54810F44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ve"/>
        </a:ext>
      </dgm:extLst>
    </dgm:pt>
    <dgm:pt modelId="{25170B56-412F-4B31-BB35-415086E0AAD0}" type="pres">
      <dgm:prSet presAssocID="{01EF01D0-371B-4267-9456-90C54810F443}" presName="spaceRect" presStyleCnt="0"/>
      <dgm:spPr/>
    </dgm:pt>
    <dgm:pt modelId="{4823CBBF-5573-49AC-B4AB-799CA20F4B9F}" type="pres">
      <dgm:prSet presAssocID="{01EF01D0-371B-4267-9456-90C54810F443}" presName="textRect" presStyleLbl="revTx" presStyleIdx="0" presStyleCnt="4">
        <dgm:presLayoutVars>
          <dgm:chMax val="1"/>
          <dgm:chPref val="1"/>
        </dgm:presLayoutVars>
      </dgm:prSet>
      <dgm:spPr/>
    </dgm:pt>
    <dgm:pt modelId="{A969DF42-FB93-4549-ABEA-7DA8CF968200}" type="pres">
      <dgm:prSet presAssocID="{5548979E-4710-4541-B837-8F04552EDA7F}" presName="sibTrans" presStyleLbl="sibTrans2D1" presStyleIdx="0" presStyleCnt="0"/>
      <dgm:spPr/>
    </dgm:pt>
    <dgm:pt modelId="{2712BE5E-71F2-4785-BE3C-7E48380A0C8E}" type="pres">
      <dgm:prSet presAssocID="{2619F8DE-5737-4146-8F07-4712CAF8369A}" presName="compNode" presStyleCnt="0"/>
      <dgm:spPr/>
    </dgm:pt>
    <dgm:pt modelId="{E748671B-F4B7-4D61-A5F6-2D749EB887F5}" type="pres">
      <dgm:prSet presAssocID="{2619F8DE-5737-4146-8F07-4712CAF8369A}" presName="iconBgRect" presStyleLbl="bgShp" presStyleIdx="1" presStyleCnt="4"/>
      <dgm:spPr/>
    </dgm:pt>
    <dgm:pt modelId="{4FE03B28-7FB7-45B3-AF2E-51BA67E19CD7}" type="pres">
      <dgm:prSet presAssocID="{2619F8DE-5737-4146-8F07-4712CAF8369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bros"/>
        </a:ext>
      </dgm:extLst>
    </dgm:pt>
    <dgm:pt modelId="{FAA8D5F9-E769-4F7C-A71C-8551E2AA0E59}" type="pres">
      <dgm:prSet presAssocID="{2619F8DE-5737-4146-8F07-4712CAF8369A}" presName="spaceRect" presStyleCnt="0"/>
      <dgm:spPr/>
    </dgm:pt>
    <dgm:pt modelId="{253856C3-2A0F-45C2-B425-E0C13F89D295}" type="pres">
      <dgm:prSet presAssocID="{2619F8DE-5737-4146-8F07-4712CAF8369A}" presName="textRect" presStyleLbl="revTx" presStyleIdx="1" presStyleCnt="4">
        <dgm:presLayoutVars>
          <dgm:chMax val="1"/>
          <dgm:chPref val="1"/>
        </dgm:presLayoutVars>
      </dgm:prSet>
      <dgm:spPr/>
    </dgm:pt>
    <dgm:pt modelId="{3FD14ED6-2F37-43AF-B2BF-53D2BCC8C414}" type="pres">
      <dgm:prSet presAssocID="{E62C34DF-FB78-445E-9CFF-3200257AE5E9}" presName="sibTrans" presStyleLbl="sibTrans2D1" presStyleIdx="0" presStyleCnt="0"/>
      <dgm:spPr/>
    </dgm:pt>
    <dgm:pt modelId="{A01AB08A-D970-4C9D-B85C-019391973815}" type="pres">
      <dgm:prSet presAssocID="{2F5FD769-430D-4E85-B39A-0C6CDE756703}" presName="compNode" presStyleCnt="0"/>
      <dgm:spPr/>
    </dgm:pt>
    <dgm:pt modelId="{798D4F8A-99C3-4271-80D1-FA74B2D4E724}" type="pres">
      <dgm:prSet presAssocID="{2F5FD769-430D-4E85-B39A-0C6CDE756703}" presName="iconBgRect" presStyleLbl="bgShp" presStyleIdx="2" presStyleCnt="4"/>
      <dgm:spPr/>
    </dgm:pt>
    <dgm:pt modelId="{1C4CE904-FB32-483B-9734-C77879FDE7E7}" type="pres">
      <dgm:prSet presAssocID="{2F5FD769-430D-4E85-B39A-0C6CDE75670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40ED0A88-7C34-4409-9B78-A37B66301C5E}" type="pres">
      <dgm:prSet presAssocID="{2F5FD769-430D-4E85-B39A-0C6CDE756703}" presName="spaceRect" presStyleCnt="0"/>
      <dgm:spPr/>
    </dgm:pt>
    <dgm:pt modelId="{6F40F3F2-87B0-4644-8A59-7E1883766736}" type="pres">
      <dgm:prSet presAssocID="{2F5FD769-430D-4E85-B39A-0C6CDE756703}" presName="textRect" presStyleLbl="revTx" presStyleIdx="2" presStyleCnt="4">
        <dgm:presLayoutVars>
          <dgm:chMax val="1"/>
          <dgm:chPref val="1"/>
        </dgm:presLayoutVars>
      </dgm:prSet>
      <dgm:spPr/>
    </dgm:pt>
    <dgm:pt modelId="{260CCFD7-BC77-46E9-8176-76AA7957425C}" type="pres">
      <dgm:prSet presAssocID="{163BA4C3-E3D8-420A-A55B-EC66A1EAAE24}" presName="sibTrans" presStyleLbl="sibTrans2D1" presStyleIdx="0" presStyleCnt="0"/>
      <dgm:spPr/>
    </dgm:pt>
    <dgm:pt modelId="{ED10BDB8-AFE3-41E4-8440-97C3939CEC34}" type="pres">
      <dgm:prSet presAssocID="{F0288B70-4EF3-41F7-8AE9-4F67C87B8B34}" presName="compNode" presStyleCnt="0"/>
      <dgm:spPr/>
    </dgm:pt>
    <dgm:pt modelId="{08A68A11-6D01-4075-9CEC-E7BE2190C597}" type="pres">
      <dgm:prSet presAssocID="{F0288B70-4EF3-41F7-8AE9-4F67C87B8B34}" presName="iconBgRect" presStyleLbl="bgShp" presStyleIdx="3" presStyleCnt="4"/>
      <dgm:spPr/>
    </dgm:pt>
    <dgm:pt modelId="{6EE8F7A4-F0C3-4F77-91FF-AE561F4F10F0}" type="pres">
      <dgm:prSet presAssocID="{F0288B70-4EF3-41F7-8AE9-4F67C87B8B3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iódico"/>
        </a:ext>
      </dgm:extLst>
    </dgm:pt>
    <dgm:pt modelId="{DEDEFDC5-9FC2-4B0F-8CE5-2BF525D1CC28}" type="pres">
      <dgm:prSet presAssocID="{F0288B70-4EF3-41F7-8AE9-4F67C87B8B34}" presName="spaceRect" presStyleCnt="0"/>
      <dgm:spPr/>
    </dgm:pt>
    <dgm:pt modelId="{0FF21D22-866D-45D4-9004-8067855817B8}" type="pres">
      <dgm:prSet presAssocID="{F0288B70-4EF3-41F7-8AE9-4F67C87B8B3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14FFC04-685D-4AA7-97B0-5A82AFCF57FF}" type="presOf" srcId="{F0288B70-4EF3-41F7-8AE9-4F67C87B8B34}" destId="{0FF21D22-866D-45D4-9004-8067855817B8}" srcOrd="0" destOrd="0" presId="urn:microsoft.com/office/officeart/2018/2/layout/IconCircleList"/>
    <dgm:cxn modelId="{D222BC66-EEB1-490F-B138-C170C4823BC1}" type="presOf" srcId="{5548979E-4710-4541-B837-8F04552EDA7F}" destId="{A969DF42-FB93-4549-ABEA-7DA8CF968200}" srcOrd="0" destOrd="0" presId="urn:microsoft.com/office/officeart/2018/2/layout/IconCircleList"/>
    <dgm:cxn modelId="{9BF3696B-9CA2-412E-8B2B-37C7F0230043}" srcId="{6A4D2E02-83C1-4A42-AA74-C49276EB91AD}" destId="{01EF01D0-371B-4267-9456-90C54810F443}" srcOrd="0" destOrd="0" parTransId="{D302E2B5-EDD8-47B5-8028-66C725C56594}" sibTransId="{5548979E-4710-4541-B837-8F04552EDA7F}"/>
    <dgm:cxn modelId="{7572C580-3C5F-48A2-8346-09BE91261ED8}" type="presOf" srcId="{2F5FD769-430D-4E85-B39A-0C6CDE756703}" destId="{6F40F3F2-87B0-4644-8A59-7E1883766736}" srcOrd="0" destOrd="0" presId="urn:microsoft.com/office/officeart/2018/2/layout/IconCircleList"/>
    <dgm:cxn modelId="{9D819284-C194-4DE8-BFE8-4A3FA8AB1E10}" srcId="{6A4D2E02-83C1-4A42-AA74-C49276EB91AD}" destId="{2F5FD769-430D-4E85-B39A-0C6CDE756703}" srcOrd="2" destOrd="0" parTransId="{48006AA7-1AA5-4D6E-A70E-D07572349552}" sibTransId="{163BA4C3-E3D8-420A-A55B-EC66A1EAAE24}"/>
    <dgm:cxn modelId="{FE1EAF96-22AD-4FBD-B815-97143AE2388B}" srcId="{6A4D2E02-83C1-4A42-AA74-C49276EB91AD}" destId="{2619F8DE-5737-4146-8F07-4712CAF8369A}" srcOrd="1" destOrd="0" parTransId="{8A57A6D6-A2E6-41E6-BA0F-E5562A770B30}" sibTransId="{E62C34DF-FB78-445E-9CFF-3200257AE5E9}"/>
    <dgm:cxn modelId="{944907A6-9112-433E-94F2-98404B42B849}" type="presOf" srcId="{163BA4C3-E3D8-420A-A55B-EC66A1EAAE24}" destId="{260CCFD7-BC77-46E9-8176-76AA7957425C}" srcOrd="0" destOrd="0" presId="urn:microsoft.com/office/officeart/2018/2/layout/IconCircleList"/>
    <dgm:cxn modelId="{8B6889D0-6CD8-41E4-B074-17AD8766895A}" type="presOf" srcId="{01EF01D0-371B-4267-9456-90C54810F443}" destId="{4823CBBF-5573-49AC-B4AB-799CA20F4B9F}" srcOrd="0" destOrd="0" presId="urn:microsoft.com/office/officeart/2018/2/layout/IconCircleList"/>
    <dgm:cxn modelId="{322C31D8-E098-4168-BA4A-BF47FF905CE8}" type="presOf" srcId="{2619F8DE-5737-4146-8F07-4712CAF8369A}" destId="{253856C3-2A0F-45C2-B425-E0C13F89D295}" srcOrd="0" destOrd="0" presId="urn:microsoft.com/office/officeart/2018/2/layout/IconCircleList"/>
    <dgm:cxn modelId="{DB77E2DB-65B0-436F-9285-7642BFBADA3A}" type="presOf" srcId="{E62C34DF-FB78-445E-9CFF-3200257AE5E9}" destId="{3FD14ED6-2F37-43AF-B2BF-53D2BCC8C414}" srcOrd="0" destOrd="0" presId="urn:microsoft.com/office/officeart/2018/2/layout/IconCircleList"/>
    <dgm:cxn modelId="{E36F67E9-9080-4A2C-8915-BE33F7558E02}" srcId="{6A4D2E02-83C1-4A42-AA74-C49276EB91AD}" destId="{F0288B70-4EF3-41F7-8AE9-4F67C87B8B34}" srcOrd="3" destOrd="0" parTransId="{D4D3CB2F-CA77-495E-AB81-734E7C4A5AAB}" sibTransId="{CB07EB13-FB3D-4116-B668-E5C56B52C34C}"/>
    <dgm:cxn modelId="{DA9D32FD-31B4-47D9-BB15-B7D72A613014}" type="presOf" srcId="{6A4D2E02-83C1-4A42-AA74-C49276EB91AD}" destId="{C3E8D534-CDDA-46FE-B875-7DE142F2F647}" srcOrd="0" destOrd="0" presId="urn:microsoft.com/office/officeart/2018/2/layout/IconCircleList"/>
    <dgm:cxn modelId="{ABFC404A-3D86-4ABE-B8BF-473F74DE75B1}" type="presParOf" srcId="{C3E8D534-CDDA-46FE-B875-7DE142F2F647}" destId="{6AC09873-69B4-4D64-8142-BA56BA0116EB}" srcOrd="0" destOrd="0" presId="urn:microsoft.com/office/officeart/2018/2/layout/IconCircleList"/>
    <dgm:cxn modelId="{EC500A21-4478-4C97-84D1-184E96541F03}" type="presParOf" srcId="{6AC09873-69B4-4D64-8142-BA56BA0116EB}" destId="{51EB1859-8386-4A97-9724-A37BD728596E}" srcOrd="0" destOrd="0" presId="urn:microsoft.com/office/officeart/2018/2/layout/IconCircleList"/>
    <dgm:cxn modelId="{84170897-C415-4B07-ACDA-358BD5557744}" type="presParOf" srcId="{51EB1859-8386-4A97-9724-A37BD728596E}" destId="{2C54193C-F43F-4C7F-A884-889C776E0395}" srcOrd="0" destOrd="0" presId="urn:microsoft.com/office/officeart/2018/2/layout/IconCircleList"/>
    <dgm:cxn modelId="{F21DA433-FEFF-4DBC-BE73-9557E8DD75C0}" type="presParOf" srcId="{51EB1859-8386-4A97-9724-A37BD728596E}" destId="{8AE4CA7B-A4BA-4749-82AE-8B0AEE4BF926}" srcOrd="1" destOrd="0" presId="urn:microsoft.com/office/officeart/2018/2/layout/IconCircleList"/>
    <dgm:cxn modelId="{9A382A96-3F7C-4EF6-BADE-BAEDC86D5377}" type="presParOf" srcId="{51EB1859-8386-4A97-9724-A37BD728596E}" destId="{25170B56-412F-4B31-BB35-415086E0AAD0}" srcOrd="2" destOrd="0" presId="urn:microsoft.com/office/officeart/2018/2/layout/IconCircleList"/>
    <dgm:cxn modelId="{226F9BF9-B332-4956-84C3-8152BF8E4E1D}" type="presParOf" srcId="{51EB1859-8386-4A97-9724-A37BD728596E}" destId="{4823CBBF-5573-49AC-B4AB-799CA20F4B9F}" srcOrd="3" destOrd="0" presId="urn:microsoft.com/office/officeart/2018/2/layout/IconCircleList"/>
    <dgm:cxn modelId="{6CCEB9FA-4F5B-475D-9DEB-F15A1FBE320A}" type="presParOf" srcId="{6AC09873-69B4-4D64-8142-BA56BA0116EB}" destId="{A969DF42-FB93-4549-ABEA-7DA8CF968200}" srcOrd="1" destOrd="0" presId="urn:microsoft.com/office/officeart/2018/2/layout/IconCircleList"/>
    <dgm:cxn modelId="{74A110F3-F3BD-4142-B88F-64DEC212B4A9}" type="presParOf" srcId="{6AC09873-69B4-4D64-8142-BA56BA0116EB}" destId="{2712BE5E-71F2-4785-BE3C-7E48380A0C8E}" srcOrd="2" destOrd="0" presId="urn:microsoft.com/office/officeart/2018/2/layout/IconCircleList"/>
    <dgm:cxn modelId="{D4406032-47FD-4DF9-8C02-EADFCDD83BCF}" type="presParOf" srcId="{2712BE5E-71F2-4785-BE3C-7E48380A0C8E}" destId="{E748671B-F4B7-4D61-A5F6-2D749EB887F5}" srcOrd="0" destOrd="0" presId="urn:microsoft.com/office/officeart/2018/2/layout/IconCircleList"/>
    <dgm:cxn modelId="{8D99C652-4986-44E0-858B-9BB26DCCC5FC}" type="presParOf" srcId="{2712BE5E-71F2-4785-BE3C-7E48380A0C8E}" destId="{4FE03B28-7FB7-45B3-AF2E-51BA67E19CD7}" srcOrd="1" destOrd="0" presId="urn:microsoft.com/office/officeart/2018/2/layout/IconCircleList"/>
    <dgm:cxn modelId="{A292D321-01FF-4083-AAE3-ECF3610B2FDC}" type="presParOf" srcId="{2712BE5E-71F2-4785-BE3C-7E48380A0C8E}" destId="{FAA8D5F9-E769-4F7C-A71C-8551E2AA0E59}" srcOrd="2" destOrd="0" presId="urn:microsoft.com/office/officeart/2018/2/layout/IconCircleList"/>
    <dgm:cxn modelId="{2AFC5BF7-77C4-46AD-BBFE-2BCB57AA9526}" type="presParOf" srcId="{2712BE5E-71F2-4785-BE3C-7E48380A0C8E}" destId="{253856C3-2A0F-45C2-B425-E0C13F89D295}" srcOrd="3" destOrd="0" presId="urn:microsoft.com/office/officeart/2018/2/layout/IconCircleList"/>
    <dgm:cxn modelId="{F0D4628A-BE88-4F4B-9913-DD249722D79B}" type="presParOf" srcId="{6AC09873-69B4-4D64-8142-BA56BA0116EB}" destId="{3FD14ED6-2F37-43AF-B2BF-53D2BCC8C414}" srcOrd="3" destOrd="0" presId="urn:microsoft.com/office/officeart/2018/2/layout/IconCircleList"/>
    <dgm:cxn modelId="{ACA1B998-A8F5-465D-927B-EFB4BF8714A4}" type="presParOf" srcId="{6AC09873-69B4-4D64-8142-BA56BA0116EB}" destId="{A01AB08A-D970-4C9D-B85C-019391973815}" srcOrd="4" destOrd="0" presId="urn:microsoft.com/office/officeart/2018/2/layout/IconCircleList"/>
    <dgm:cxn modelId="{BCD69499-9863-49E8-A936-2F58B36BD9C5}" type="presParOf" srcId="{A01AB08A-D970-4C9D-B85C-019391973815}" destId="{798D4F8A-99C3-4271-80D1-FA74B2D4E724}" srcOrd="0" destOrd="0" presId="urn:microsoft.com/office/officeart/2018/2/layout/IconCircleList"/>
    <dgm:cxn modelId="{C28D5912-A4E7-43EB-B26C-FC487719B359}" type="presParOf" srcId="{A01AB08A-D970-4C9D-B85C-019391973815}" destId="{1C4CE904-FB32-483B-9734-C77879FDE7E7}" srcOrd="1" destOrd="0" presId="urn:microsoft.com/office/officeart/2018/2/layout/IconCircleList"/>
    <dgm:cxn modelId="{BC3A8B0F-1814-42A0-A92F-92F62E703D89}" type="presParOf" srcId="{A01AB08A-D970-4C9D-B85C-019391973815}" destId="{40ED0A88-7C34-4409-9B78-A37B66301C5E}" srcOrd="2" destOrd="0" presId="urn:microsoft.com/office/officeart/2018/2/layout/IconCircleList"/>
    <dgm:cxn modelId="{C8212B1F-DCE2-483B-BDD4-B37E8480C47A}" type="presParOf" srcId="{A01AB08A-D970-4C9D-B85C-019391973815}" destId="{6F40F3F2-87B0-4644-8A59-7E1883766736}" srcOrd="3" destOrd="0" presId="urn:microsoft.com/office/officeart/2018/2/layout/IconCircleList"/>
    <dgm:cxn modelId="{D6ABBDCF-67ED-40E1-A3B8-0325629BC8A4}" type="presParOf" srcId="{6AC09873-69B4-4D64-8142-BA56BA0116EB}" destId="{260CCFD7-BC77-46E9-8176-76AA7957425C}" srcOrd="5" destOrd="0" presId="urn:microsoft.com/office/officeart/2018/2/layout/IconCircleList"/>
    <dgm:cxn modelId="{3F82B755-CDDE-475F-B69B-B5BF8E0057CE}" type="presParOf" srcId="{6AC09873-69B4-4D64-8142-BA56BA0116EB}" destId="{ED10BDB8-AFE3-41E4-8440-97C3939CEC34}" srcOrd="6" destOrd="0" presId="urn:microsoft.com/office/officeart/2018/2/layout/IconCircleList"/>
    <dgm:cxn modelId="{6B15D2EF-18FB-4B4A-BF06-00F8BC429E37}" type="presParOf" srcId="{ED10BDB8-AFE3-41E4-8440-97C3939CEC34}" destId="{08A68A11-6D01-4075-9CEC-E7BE2190C597}" srcOrd="0" destOrd="0" presId="urn:microsoft.com/office/officeart/2018/2/layout/IconCircleList"/>
    <dgm:cxn modelId="{457A0675-59E3-43F7-B362-58743070A97E}" type="presParOf" srcId="{ED10BDB8-AFE3-41E4-8440-97C3939CEC34}" destId="{6EE8F7A4-F0C3-4F77-91FF-AE561F4F10F0}" srcOrd="1" destOrd="0" presId="urn:microsoft.com/office/officeart/2018/2/layout/IconCircleList"/>
    <dgm:cxn modelId="{A496E085-FB15-41DB-9B42-D18AFDB9AA69}" type="presParOf" srcId="{ED10BDB8-AFE3-41E4-8440-97C3939CEC34}" destId="{DEDEFDC5-9FC2-4B0F-8CE5-2BF525D1CC28}" srcOrd="2" destOrd="0" presId="urn:microsoft.com/office/officeart/2018/2/layout/IconCircleList"/>
    <dgm:cxn modelId="{D68DD8E5-0E91-4321-92B8-903050691FCB}" type="presParOf" srcId="{ED10BDB8-AFE3-41E4-8440-97C3939CEC34}" destId="{0FF21D22-866D-45D4-9004-8067855817B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B13DF3-0D22-4133-B7F0-414945CE85D4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E50771-405D-4B49-BBFA-56495D9C0194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19FF55-5A1B-4D0B-BDC1-5185B78BE233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Presentar encuadre general de la asignatura</a:t>
          </a:r>
        </a:p>
      </dsp:txBody>
      <dsp:txXfrm>
        <a:off x="518589" y="1265836"/>
        <a:ext cx="1582031" cy="632812"/>
      </dsp:txXfrm>
    </dsp:sp>
    <dsp:sp modelId="{DDF1D6E0-AA06-4843-9E2F-DA6843B66BF4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420C43-B701-45D8-B92E-047D81E1CF0A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B27E81-1B2D-49FE-B699-F2180D174638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Comprender el concepto de software como producto y proceso</a:t>
          </a:r>
        </a:p>
      </dsp:txBody>
      <dsp:txXfrm>
        <a:off x="2377476" y="1265836"/>
        <a:ext cx="1582031" cy="632812"/>
      </dsp:txXfrm>
    </dsp:sp>
    <dsp:sp modelId="{4F625714-D9E4-47D8-A223-D9F95C6EEAA4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6E7DFC-F516-4535-A863-ABB4177A7214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DDF7BB-7532-4A06-A283-2C6CF655A765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Identificar características y cualidades del software</a:t>
          </a:r>
        </a:p>
      </dsp:txBody>
      <dsp:txXfrm>
        <a:off x="4236363" y="1265836"/>
        <a:ext cx="1582031" cy="632812"/>
      </dsp:txXfrm>
    </dsp:sp>
    <dsp:sp modelId="{B6A20E03-B3F4-4D24-B82E-EBE830ABA22A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477A41-EE30-40D8-AEE1-8DB984A5C3DB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09A348-C4AA-4AF7-9F24-1ADDB77929E5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Reconocer la deseconomía de escala en desarrollo</a:t>
          </a:r>
        </a:p>
      </dsp:txBody>
      <dsp:txXfrm>
        <a:off x="6095249" y="1265836"/>
        <a:ext cx="1582031" cy="632812"/>
      </dsp:txXfrm>
    </dsp:sp>
    <dsp:sp modelId="{70456D2F-0E1D-48BC-9CBA-78CC7112BD90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D69294-3703-418C-83B3-F61E6B55E74F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059043-0EBD-40ED-9F29-0C53EF414124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Introducir el concepto de proceso en ingeniería de software</a:t>
          </a:r>
        </a:p>
      </dsp:txBody>
      <dsp:txXfrm>
        <a:off x="3306919" y="3559781"/>
        <a:ext cx="1582031" cy="6328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F7944F-DEFE-458B-9BA9-9EF51394A340}">
      <dsp:nvSpPr>
        <dsp:cNvPr id="0" name=""/>
        <dsp:cNvSpPr/>
      </dsp:nvSpPr>
      <dsp:spPr>
        <a:xfrm>
          <a:off x="518185" y="7689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80C789-D90C-4274-8AE8-86EA92E2FFD5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505EE2-7C50-4DBE-89C8-7BA812AF15C1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Producto: resultado final que cumple una función específica</a:t>
          </a:r>
        </a:p>
      </dsp:txBody>
      <dsp:txXfrm>
        <a:off x="46529" y="2703902"/>
        <a:ext cx="2418750" cy="720000"/>
      </dsp:txXfrm>
    </dsp:sp>
    <dsp:sp modelId="{EB855866-F789-4304-8C63-4339921232B3}">
      <dsp:nvSpPr>
        <dsp:cNvPr id="0" name=""/>
        <dsp:cNvSpPr/>
      </dsp:nvSpPr>
      <dsp:spPr>
        <a:xfrm>
          <a:off x="3360216" y="7689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90D5B7-C846-4B6F-B629-5B570A481A1D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C67BF6-2FD0-4314-81C7-878A63B219BB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Proceso: conjunto de actividades que llevan a su construcción</a:t>
          </a:r>
        </a:p>
      </dsp:txBody>
      <dsp:txXfrm>
        <a:off x="2888560" y="2703902"/>
        <a:ext cx="2418750" cy="720000"/>
      </dsp:txXfrm>
    </dsp:sp>
    <dsp:sp modelId="{09F23A3A-0476-4562-BEAB-2952F2AACA5D}">
      <dsp:nvSpPr>
        <dsp:cNvPr id="0" name=""/>
        <dsp:cNvSpPr/>
      </dsp:nvSpPr>
      <dsp:spPr>
        <a:xfrm>
          <a:off x="6202248" y="7689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A1569F-B1F3-4D2E-A3C3-298E26220AA7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5182B1-7885-444C-8CB2-3ACD43464B9A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Software ≠ solo programas: incluye documentación, datos y conocimiento asociado</a:t>
          </a:r>
        </a:p>
      </dsp:txBody>
      <dsp:txXfrm>
        <a:off x="5730591" y="2703902"/>
        <a:ext cx="2418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992881-B912-4DE8-B80D-0468A7061F31}">
      <dsp:nvSpPr>
        <dsp:cNvPr id="0" name=""/>
        <dsp:cNvSpPr/>
      </dsp:nvSpPr>
      <dsp:spPr>
        <a:xfrm>
          <a:off x="0" y="2096402"/>
          <a:ext cx="8195871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DF7F12-0564-4FC1-AFAE-A0816BC13C3A}">
      <dsp:nvSpPr>
        <dsp:cNvPr id="0" name=""/>
        <dsp:cNvSpPr/>
      </dsp:nvSpPr>
      <dsp:spPr>
        <a:xfrm rot="8100000">
          <a:off x="69311" y="483138"/>
          <a:ext cx="308335" cy="308335"/>
        </a:xfrm>
        <a:prstGeom prst="teardrop">
          <a:avLst>
            <a:gd name="adj" fmla="val 11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DE2F98-B3F9-4214-BB39-0747B726C1A7}">
      <dsp:nvSpPr>
        <dsp:cNvPr id="0" name=""/>
        <dsp:cNvSpPr/>
      </dsp:nvSpPr>
      <dsp:spPr>
        <a:xfrm>
          <a:off x="103565" y="517392"/>
          <a:ext cx="239828" cy="23982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080B56-3BF7-40F9-A47D-B3CDADE56658}">
      <dsp:nvSpPr>
        <dsp:cNvPr id="0" name=""/>
        <dsp:cNvSpPr/>
      </dsp:nvSpPr>
      <dsp:spPr>
        <a:xfrm>
          <a:off x="441505" y="855332"/>
          <a:ext cx="3404911" cy="124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Alan Turing – idea de programa para computadora</a:t>
          </a:r>
        </a:p>
      </dsp:txBody>
      <dsp:txXfrm>
        <a:off x="441505" y="855332"/>
        <a:ext cx="3404911" cy="1241070"/>
      </dsp:txXfrm>
    </dsp:sp>
    <dsp:sp modelId="{752484CE-905E-44BA-AF55-EBDDA237945E}">
      <dsp:nvSpPr>
        <dsp:cNvPr id="0" name=""/>
        <dsp:cNvSpPr/>
      </dsp:nvSpPr>
      <dsp:spPr>
        <a:xfrm>
          <a:off x="441505" y="419280"/>
          <a:ext cx="3404911" cy="436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1935</a:t>
          </a:r>
        </a:p>
      </dsp:txBody>
      <dsp:txXfrm>
        <a:off x="441505" y="419280"/>
        <a:ext cx="3404911" cy="436051"/>
      </dsp:txXfrm>
    </dsp:sp>
    <dsp:sp modelId="{C367A36F-0570-4DFE-86A2-0E12C952FD08}">
      <dsp:nvSpPr>
        <dsp:cNvPr id="0" name=""/>
        <dsp:cNvSpPr/>
      </dsp:nvSpPr>
      <dsp:spPr>
        <a:xfrm>
          <a:off x="223479" y="855332"/>
          <a:ext cx="0" cy="1241070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19260E-10A0-432B-A8BE-E2A57E769170}">
      <dsp:nvSpPr>
        <dsp:cNvPr id="0" name=""/>
        <dsp:cNvSpPr/>
      </dsp:nvSpPr>
      <dsp:spPr>
        <a:xfrm>
          <a:off x="183195" y="2057157"/>
          <a:ext cx="78489" cy="7848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62D499-E965-4CBE-98E0-836E31A522D5}">
      <dsp:nvSpPr>
        <dsp:cNvPr id="0" name=""/>
        <dsp:cNvSpPr/>
      </dsp:nvSpPr>
      <dsp:spPr>
        <a:xfrm rot="18900000">
          <a:off x="2110641" y="3401331"/>
          <a:ext cx="308335" cy="308335"/>
        </a:xfrm>
        <a:prstGeom prst="teardrop">
          <a:avLst>
            <a:gd name="adj" fmla="val 115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4CB81-2F52-4206-A8F6-0A0C262392F5}">
      <dsp:nvSpPr>
        <dsp:cNvPr id="0" name=""/>
        <dsp:cNvSpPr/>
      </dsp:nvSpPr>
      <dsp:spPr>
        <a:xfrm>
          <a:off x="2144895" y="3435584"/>
          <a:ext cx="239828" cy="23982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FB542A-CF72-4AA6-B87F-DCEB5169B14B}">
      <dsp:nvSpPr>
        <dsp:cNvPr id="0" name=""/>
        <dsp:cNvSpPr/>
      </dsp:nvSpPr>
      <dsp:spPr>
        <a:xfrm>
          <a:off x="2482835" y="2096402"/>
          <a:ext cx="3404911" cy="124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John Tukey – importancia de resolver el problema correcto</a:t>
          </a:r>
        </a:p>
      </dsp:txBody>
      <dsp:txXfrm>
        <a:off x="2482835" y="2096402"/>
        <a:ext cx="3404911" cy="1241070"/>
      </dsp:txXfrm>
    </dsp:sp>
    <dsp:sp modelId="{1E3E6052-C6E9-460D-B5BB-54050ABF2C72}">
      <dsp:nvSpPr>
        <dsp:cNvPr id="0" name=""/>
        <dsp:cNvSpPr/>
      </dsp:nvSpPr>
      <dsp:spPr>
        <a:xfrm>
          <a:off x="2482835" y="3337472"/>
          <a:ext cx="3404911" cy="436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1958</a:t>
          </a:r>
        </a:p>
      </dsp:txBody>
      <dsp:txXfrm>
        <a:off x="2482835" y="3337472"/>
        <a:ext cx="3404911" cy="436051"/>
      </dsp:txXfrm>
    </dsp:sp>
    <dsp:sp modelId="{368706B8-1365-4EFC-AAD0-49EB99BA6087}">
      <dsp:nvSpPr>
        <dsp:cNvPr id="0" name=""/>
        <dsp:cNvSpPr/>
      </dsp:nvSpPr>
      <dsp:spPr>
        <a:xfrm>
          <a:off x="2264809" y="2096402"/>
          <a:ext cx="0" cy="1241070"/>
        </a:xfrm>
        <a:prstGeom prst="line">
          <a:avLst/>
        </a:prstGeom>
        <a:noFill/>
        <a:ln w="127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60BA77-597D-44E6-8734-3DB31248B092}">
      <dsp:nvSpPr>
        <dsp:cNvPr id="0" name=""/>
        <dsp:cNvSpPr/>
      </dsp:nvSpPr>
      <dsp:spPr>
        <a:xfrm>
          <a:off x="2224525" y="2057157"/>
          <a:ext cx="78489" cy="78489"/>
        </a:xfrm>
        <a:prstGeom prst="ellips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CBCF27-164D-4AF7-87AF-BEA619C5F00A}">
      <dsp:nvSpPr>
        <dsp:cNvPr id="0" name=""/>
        <dsp:cNvSpPr/>
      </dsp:nvSpPr>
      <dsp:spPr>
        <a:xfrm rot="8100000">
          <a:off x="4151972" y="483138"/>
          <a:ext cx="308335" cy="308335"/>
        </a:xfrm>
        <a:prstGeom prst="teardrop">
          <a:avLst>
            <a:gd name="adj" fmla="val 115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762BDC-7457-4142-B1B0-5D7E2EFDCEA0}">
      <dsp:nvSpPr>
        <dsp:cNvPr id="0" name=""/>
        <dsp:cNvSpPr/>
      </dsp:nvSpPr>
      <dsp:spPr>
        <a:xfrm>
          <a:off x="4186225" y="517392"/>
          <a:ext cx="239828" cy="23982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B06E09-289C-45D7-B9BD-4D2C91A518F0}">
      <dsp:nvSpPr>
        <dsp:cNvPr id="0" name=""/>
        <dsp:cNvSpPr/>
      </dsp:nvSpPr>
      <dsp:spPr>
        <a:xfrm>
          <a:off x="4524165" y="855332"/>
          <a:ext cx="3404911" cy="124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Desde 1960: software se consolida como producto independiente del hardware</a:t>
          </a:r>
        </a:p>
      </dsp:txBody>
      <dsp:txXfrm>
        <a:off x="4524165" y="855332"/>
        <a:ext cx="3404911" cy="1241070"/>
      </dsp:txXfrm>
    </dsp:sp>
    <dsp:sp modelId="{3908BF01-57A5-4BD4-B40B-C6626564BE26}">
      <dsp:nvSpPr>
        <dsp:cNvPr id="0" name=""/>
        <dsp:cNvSpPr/>
      </dsp:nvSpPr>
      <dsp:spPr>
        <a:xfrm>
          <a:off x="4524165" y="419280"/>
          <a:ext cx="3404911" cy="436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1960</a:t>
          </a:r>
        </a:p>
      </dsp:txBody>
      <dsp:txXfrm>
        <a:off x="4524165" y="419280"/>
        <a:ext cx="3404911" cy="436051"/>
      </dsp:txXfrm>
    </dsp:sp>
    <dsp:sp modelId="{B79ABE3F-3EFF-4B33-9DCF-512D4CBE7723}">
      <dsp:nvSpPr>
        <dsp:cNvPr id="0" name=""/>
        <dsp:cNvSpPr/>
      </dsp:nvSpPr>
      <dsp:spPr>
        <a:xfrm>
          <a:off x="4306139" y="855332"/>
          <a:ext cx="0" cy="1241070"/>
        </a:xfrm>
        <a:prstGeom prst="line">
          <a:avLst/>
        </a:prstGeom>
        <a:noFill/>
        <a:ln w="127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667D30-E987-44E1-9E6D-49CBE22D227C}">
      <dsp:nvSpPr>
        <dsp:cNvPr id="0" name=""/>
        <dsp:cNvSpPr/>
      </dsp:nvSpPr>
      <dsp:spPr>
        <a:xfrm>
          <a:off x="4265856" y="2057157"/>
          <a:ext cx="78489" cy="78489"/>
        </a:xfrm>
        <a:prstGeom prst="ellips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ECA6D0-DA81-4236-B907-DE4D8D3B67F2}">
      <dsp:nvSpPr>
        <dsp:cNvPr id="0" name=""/>
        <dsp:cNvSpPr/>
      </dsp:nvSpPr>
      <dsp:spPr>
        <a:xfrm>
          <a:off x="2369600" y="1069158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12689" y="1112159"/>
        <a:ext cx="27198" cy="5439"/>
      </dsp:txXfrm>
    </dsp:sp>
    <dsp:sp modelId="{79E17D98-755D-48EA-8064-D8C7FBE2A06C}">
      <dsp:nvSpPr>
        <dsp:cNvPr id="0" name=""/>
        <dsp:cNvSpPr/>
      </dsp:nvSpPr>
      <dsp:spPr>
        <a:xfrm>
          <a:off x="6282" y="405343"/>
          <a:ext cx="2365117" cy="14190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Intangible</a:t>
          </a:r>
        </a:p>
      </dsp:txBody>
      <dsp:txXfrm>
        <a:off x="6282" y="405343"/>
        <a:ext cx="2365117" cy="1419070"/>
      </dsp:txXfrm>
    </dsp:sp>
    <dsp:sp modelId="{30954D71-FB0E-42BC-A4F7-029033DD9CFE}">
      <dsp:nvSpPr>
        <dsp:cNvPr id="0" name=""/>
        <dsp:cNvSpPr/>
      </dsp:nvSpPr>
      <dsp:spPr>
        <a:xfrm>
          <a:off x="5278694" y="1069158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21783" y="1112159"/>
        <a:ext cx="27198" cy="5439"/>
      </dsp:txXfrm>
    </dsp:sp>
    <dsp:sp modelId="{E79024F9-2C74-4451-A140-364C69CC9C8A}">
      <dsp:nvSpPr>
        <dsp:cNvPr id="0" name=""/>
        <dsp:cNvSpPr/>
      </dsp:nvSpPr>
      <dsp:spPr>
        <a:xfrm>
          <a:off x="2915376" y="405343"/>
          <a:ext cx="2365117" cy="1419070"/>
        </a:xfrm>
        <a:prstGeom prst="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Alto contenido intelectual</a:t>
          </a:r>
        </a:p>
      </dsp:txBody>
      <dsp:txXfrm>
        <a:off x="2915376" y="405343"/>
        <a:ext cx="2365117" cy="1419070"/>
      </dsp:txXfrm>
    </dsp:sp>
    <dsp:sp modelId="{F299DB27-E669-44E2-8E53-1842331286B2}">
      <dsp:nvSpPr>
        <dsp:cNvPr id="0" name=""/>
        <dsp:cNvSpPr/>
      </dsp:nvSpPr>
      <dsp:spPr>
        <a:xfrm>
          <a:off x="1188841" y="1822614"/>
          <a:ext cx="5818187" cy="513376"/>
        </a:xfrm>
        <a:custGeom>
          <a:avLst/>
          <a:gdLst/>
          <a:ahLst/>
          <a:cxnLst/>
          <a:rect l="0" t="0" r="0" b="0"/>
          <a:pathLst>
            <a:path>
              <a:moveTo>
                <a:pt x="5818187" y="0"/>
              </a:moveTo>
              <a:lnTo>
                <a:pt x="5818187" y="273788"/>
              </a:lnTo>
              <a:lnTo>
                <a:pt x="0" y="273788"/>
              </a:lnTo>
              <a:lnTo>
                <a:pt x="0" y="513376"/>
              </a:lnTo>
            </a:path>
          </a:pathLst>
        </a:custGeom>
        <a:noFill/>
        <a:ln w="9525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51846" y="2076582"/>
        <a:ext cx="292178" cy="5439"/>
      </dsp:txXfrm>
    </dsp:sp>
    <dsp:sp modelId="{ABFD1CF2-FA26-49E4-A38E-EE721008131A}">
      <dsp:nvSpPr>
        <dsp:cNvPr id="0" name=""/>
        <dsp:cNvSpPr/>
      </dsp:nvSpPr>
      <dsp:spPr>
        <a:xfrm>
          <a:off x="5824470" y="405343"/>
          <a:ext cx="2365117" cy="1419070"/>
        </a:xfrm>
        <a:prstGeom prst="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Mano de obra intensiva</a:t>
          </a:r>
        </a:p>
      </dsp:txBody>
      <dsp:txXfrm>
        <a:off x="5824470" y="405343"/>
        <a:ext cx="2365117" cy="1419070"/>
      </dsp:txXfrm>
    </dsp:sp>
    <dsp:sp modelId="{33F56F43-E168-425C-96D2-2ECBDFD83EEF}">
      <dsp:nvSpPr>
        <dsp:cNvPr id="0" name=""/>
        <dsp:cNvSpPr/>
      </dsp:nvSpPr>
      <dsp:spPr>
        <a:xfrm>
          <a:off x="2369600" y="3032206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12689" y="3075206"/>
        <a:ext cx="27198" cy="5439"/>
      </dsp:txXfrm>
    </dsp:sp>
    <dsp:sp modelId="{E345214A-1828-4E8C-9F11-ABDF53C6E6F1}">
      <dsp:nvSpPr>
        <dsp:cNvPr id="0" name=""/>
        <dsp:cNvSpPr/>
      </dsp:nvSpPr>
      <dsp:spPr>
        <a:xfrm>
          <a:off x="6282" y="2368390"/>
          <a:ext cx="2365117" cy="1419070"/>
        </a:xfrm>
        <a:prstGeom prst="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Modificable</a:t>
          </a:r>
        </a:p>
      </dsp:txBody>
      <dsp:txXfrm>
        <a:off x="6282" y="2368390"/>
        <a:ext cx="2365117" cy="1419070"/>
      </dsp:txXfrm>
    </dsp:sp>
    <dsp:sp modelId="{8D118392-8734-4F65-AC27-03DA978A9611}">
      <dsp:nvSpPr>
        <dsp:cNvPr id="0" name=""/>
        <dsp:cNvSpPr/>
      </dsp:nvSpPr>
      <dsp:spPr>
        <a:xfrm>
          <a:off x="5278694" y="3032206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21783" y="3075206"/>
        <a:ext cx="27198" cy="5439"/>
      </dsp:txXfrm>
    </dsp:sp>
    <dsp:sp modelId="{F24D1EA7-7FA2-4E9E-99B1-7F5B381BE765}">
      <dsp:nvSpPr>
        <dsp:cNvPr id="0" name=""/>
        <dsp:cNvSpPr/>
      </dsp:nvSpPr>
      <dsp:spPr>
        <a:xfrm>
          <a:off x="2915376" y="2368390"/>
          <a:ext cx="2365117" cy="1419070"/>
        </a:xfrm>
        <a:prstGeom prst="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Sin separación clara entre desarrollo y producción</a:t>
          </a:r>
        </a:p>
      </dsp:txBody>
      <dsp:txXfrm>
        <a:off x="2915376" y="2368390"/>
        <a:ext cx="2365117" cy="1419070"/>
      </dsp:txXfrm>
    </dsp:sp>
    <dsp:sp modelId="{DC578DAE-D200-43EA-952E-93BD3CC90B1D}">
      <dsp:nvSpPr>
        <dsp:cNvPr id="0" name=""/>
        <dsp:cNvSpPr/>
      </dsp:nvSpPr>
      <dsp:spPr>
        <a:xfrm>
          <a:off x="5824470" y="2368390"/>
          <a:ext cx="2365117" cy="1419070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Necesidad de gestión de comunicación en equipos</a:t>
          </a:r>
        </a:p>
      </dsp:txBody>
      <dsp:txXfrm>
        <a:off x="5824470" y="2368390"/>
        <a:ext cx="2365117" cy="141907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76FC38-2FA0-4A83-B202-7396F7E06859}">
      <dsp:nvSpPr>
        <dsp:cNvPr id="0" name=""/>
        <dsp:cNvSpPr/>
      </dsp:nvSpPr>
      <dsp:spPr>
        <a:xfrm>
          <a:off x="2401" y="191502"/>
          <a:ext cx="1904899" cy="11429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Corrección funcional</a:t>
          </a:r>
        </a:p>
      </dsp:txBody>
      <dsp:txXfrm>
        <a:off x="2401" y="191502"/>
        <a:ext cx="1904899" cy="1142939"/>
      </dsp:txXfrm>
    </dsp:sp>
    <dsp:sp modelId="{B51CBA05-2AA8-4A76-B9B8-8B0CA7F52B18}">
      <dsp:nvSpPr>
        <dsp:cNvPr id="0" name=""/>
        <dsp:cNvSpPr/>
      </dsp:nvSpPr>
      <dsp:spPr>
        <a:xfrm>
          <a:off x="2097790" y="191502"/>
          <a:ext cx="1904899" cy="1142939"/>
        </a:xfrm>
        <a:prstGeom prst="rect">
          <a:avLst/>
        </a:prstGeom>
        <a:solidFill>
          <a:schemeClr val="accent2">
            <a:hueOff val="520169"/>
            <a:satOff val="-649"/>
            <a:lumOff val="15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Confiabilidad</a:t>
          </a:r>
        </a:p>
      </dsp:txBody>
      <dsp:txXfrm>
        <a:off x="2097790" y="191502"/>
        <a:ext cx="1904899" cy="1142939"/>
      </dsp:txXfrm>
    </dsp:sp>
    <dsp:sp modelId="{17523E45-088A-44A0-A95D-8AF8B1C486C4}">
      <dsp:nvSpPr>
        <dsp:cNvPr id="0" name=""/>
        <dsp:cNvSpPr/>
      </dsp:nvSpPr>
      <dsp:spPr>
        <a:xfrm>
          <a:off x="4193180" y="191502"/>
          <a:ext cx="1904899" cy="1142939"/>
        </a:xfrm>
        <a:prstGeom prst="rect">
          <a:avLst/>
        </a:prstGeom>
        <a:solidFill>
          <a:schemeClr val="accent2">
            <a:hueOff val="1040338"/>
            <a:satOff val="-1298"/>
            <a:lumOff val="30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Robustez</a:t>
          </a:r>
        </a:p>
      </dsp:txBody>
      <dsp:txXfrm>
        <a:off x="4193180" y="191502"/>
        <a:ext cx="1904899" cy="1142939"/>
      </dsp:txXfrm>
    </dsp:sp>
    <dsp:sp modelId="{AD8EEC4F-C095-4E41-ACE4-6091CFB72B90}">
      <dsp:nvSpPr>
        <dsp:cNvPr id="0" name=""/>
        <dsp:cNvSpPr/>
      </dsp:nvSpPr>
      <dsp:spPr>
        <a:xfrm>
          <a:off x="6288570" y="191502"/>
          <a:ext cx="1904899" cy="1142939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Performance</a:t>
          </a:r>
        </a:p>
      </dsp:txBody>
      <dsp:txXfrm>
        <a:off x="6288570" y="191502"/>
        <a:ext cx="1904899" cy="1142939"/>
      </dsp:txXfrm>
    </dsp:sp>
    <dsp:sp modelId="{91373809-6A8D-4DC6-8B83-E1F09F2A3CB5}">
      <dsp:nvSpPr>
        <dsp:cNvPr id="0" name=""/>
        <dsp:cNvSpPr/>
      </dsp:nvSpPr>
      <dsp:spPr>
        <a:xfrm>
          <a:off x="2401" y="1524932"/>
          <a:ext cx="1904899" cy="1142939"/>
        </a:xfrm>
        <a:prstGeom prst="rect">
          <a:avLst/>
        </a:prstGeom>
        <a:solidFill>
          <a:schemeClr val="accent2">
            <a:hueOff val="2080675"/>
            <a:satOff val="-2595"/>
            <a:lumOff val="61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Usabilidad</a:t>
          </a:r>
        </a:p>
      </dsp:txBody>
      <dsp:txXfrm>
        <a:off x="2401" y="1524932"/>
        <a:ext cx="1904899" cy="1142939"/>
      </dsp:txXfrm>
    </dsp:sp>
    <dsp:sp modelId="{27F63912-1C7F-4A7C-958C-6EDF4314675C}">
      <dsp:nvSpPr>
        <dsp:cNvPr id="0" name=""/>
        <dsp:cNvSpPr/>
      </dsp:nvSpPr>
      <dsp:spPr>
        <a:xfrm>
          <a:off x="2097790" y="1524932"/>
          <a:ext cx="1904899" cy="1142939"/>
        </a:xfrm>
        <a:prstGeom prst="rect">
          <a:avLst/>
        </a:prstGeom>
        <a:solidFill>
          <a:schemeClr val="accent2">
            <a:hueOff val="2600844"/>
            <a:satOff val="-3244"/>
            <a:lumOff val="76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Verificabilidad</a:t>
          </a:r>
        </a:p>
      </dsp:txBody>
      <dsp:txXfrm>
        <a:off x="2097790" y="1524932"/>
        <a:ext cx="1904899" cy="1142939"/>
      </dsp:txXfrm>
    </dsp:sp>
    <dsp:sp modelId="{AEA6E8E7-B9E0-4915-80C1-BBC260399C7B}">
      <dsp:nvSpPr>
        <dsp:cNvPr id="0" name=""/>
        <dsp:cNvSpPr/>
      </dsp:nvSpPr>
      <dsp:spPr>
        <a:xfrm>
          <a:off x="4193180" y="1524932"/>
          <a:ext cx="1904899" cy="1142939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Mantenibilidad</a:t>
          </a:r>
        </a:p>
      </dsp:txBody>
      <dsp:txXfrm>
        <a:off x="4193180" y="1524932"/>
        <a:ext cx="1904899" cy="1142939"/>
      </dsp:txXfrm>
    </dsp:sp>
    <dsp:sp modelId="{09A194F1-3659-46C5-AA97-A0648D36FBC9}">
      <dsp:nvSpPr>
        <dsp:cNvPr id="0" name=""/>
        <dsp:cNvSpPr/>
      </dsp:nvSpPr>
      <dsp:spPr>
        <a:xfrm>
          <a:off x="6288570" y="1524932"/>
          <a:ext cx="1904899" cy="1142939"/>
        </a:xfrm>
        <a:prstGeom prst="rect">
          <a:avLst/>
        </a:prstGeom>
        <a:solidFill>
          <a:schemeClr val="accent2">
            <a:hueOff val="3641181"/>
            <a:satOff val="-4541"/>
            <a:lumOff val="106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Reusabilidad</a:t>
          </a:r>
        </a:p>
      </dsp:txBody>
      <dsp:txXfrm>
        <a:off x="6288570" y="1524932"/>
        <a:ext cx="1904899" cy="1142939"/>
      </dsp:txXfrm>
    </dsp:sp>
    <dsp:sp modelId="{A6DB7027-EEDC-407F-80B1-0C81528CFCC0}">
      <dsp:nvSpPr>
        <dsp:cNvPr id="0" name=""/>
        <dsp:cNvSpPr/>
      </dsp:nvSpPr>
      <dsp:spPr>
        <a:xfrm>
          <a:off x="2097790" y="2858362"/>
          <a:ext cx="1904899" cy="1142939"/>
        </a:xfrm>
        <a:prstGeom prst="rect">
          <a:avLst/>
        </a:prstGeom>
        <a:solidFill>
          <a:schemeClr val="accent2">
            <a:hueOff val="4161350"/>
            <a:satOff val="-5190"/>
            <a:lumOff val="122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Portabilidad</a:t>
          </a:r>
        </a:p>
      </dsp:txBody>
      <dsp:txXfrm>
        <a:off x="2097790" y="2858362"/>
        <a:ext cx="1904899" cy="1142939"/>
      </dsp:txXfrm>
    </dsp:sp>
    <dsp:sp modelId="{B0C45713-2320-44C3-A456-DF83F60FE511}">
      <dsp:nvSpPr>
        <dsp:cNvPr id="0" name=""/>
        <dsp:cNvSpPr/>
      </dsp:nvSpPr>
      <dsp:spPr>
        <a:xfrm>
          <a:off x="4193180" y="2858362"/>
          <a:ext cx="1904899" cy="1142939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•</a:t>
          </a:r>
          <a:r>
            <a:rPr lang="en-US" sz="1800" kern="1200" dirty="0" err="1"/>
            <a:t>Comprensibilidad</a:t>
          </a:r>
          <a:endParaRPr lang="en-US" sz="1800" kern="1200" dirty="0"/>
        </a:p>
      </dsp:txBody>
      <dsp:txXfrm>
        <a:off x="4193180" y="2858362"/>
        <a:ext cx="1904899" cy="114293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40EA2B-AA26-415E-9530-8305661E7666}">
      <dsp:nvSpPr>
        <dsp:cNvPr id="0" name=""/>
        <dsp:cNvSpPr/>
      </dsp:nvSpPr>
      <dsp:spPr>
        <a:xfrm>
          <a:off x="0" y="32252"/>
          <a:ext cx="8195871" cy="13127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A mayor tamaño del proyecto, aumenta de forma no lineal el esfuerzo</a:t>
          </a:r>
        </a:p>
      </dsp:txBody>
      <dsp:txXfrm>
        <a:off x="64083" y="96335"/>
        <a:ext cx="8067705" cy="1184574"/>
      </dsp:txXfrm>
    </dsp:sp>
    <dsp:sp modelId="{680BAAD8-7255-4336-AB33-CE2E04A86339}">
      <dsp:nvSpPr>
        <dsp:cNvPr id="0" name=""/>
        <dsp:cNvSpPr/>
      </dsp:nvSpPr>
      <dsp:spPr>
        <a:xfrm>
          <a:off x="0" y="1440032"/>
          <a:ext cx="8195871" cy="131274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La comunicación crece de forma cuadrática con la cantidad de personas</a:t>
          </a:r>
        </a:p>
      </dsp:txBody>
      <dsp:txXfrm>
        <a:off x="64083" y="1504115"/>
        <a:ext cx="8067705" cy="1184574"/>
      </dsp:txXfrm>
    </dsp:sp>
    <dsp:sp modelId="{85C14633-7A09-4A91-93CB-CD2D005710C2}">
      <dsp:nvSpPr>
        <dsp:cNvPr id="0" name=""/>
        <dsp:cNvSpPr/>
      </dsp:nvSpPr>
      <dsp:spPr>
        <a:xfrm>
          <a:off x="0" y="2847812"/>
          <a:ext cx="8195871" cy="13127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Impacta en tiempo, costos y coordinación</a:t>
          </a:r>
        </a:p>
      </dsp:txBody>
      <dsp:txXfrm>
        <a:off x="64083" y="2911895"/>
        <a:ext cx="8067705" cy="118457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0D6CB7-7395-42AD-9ABE-AF1B0C455013}">
      <dsp:nvSpPr>
        <dsp:cNvPr id="0" name=""/>
        <dsp:cNvSpPr/>
      </dsp:nvSpPr>
      <dsp:spPr>
        <a:xfrm>
          <a:off x="0" y="431616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Secuencia de pasos para un propósito dado</a:t>
          </a:r>
        </a:p>
      </dsp:txBody>
      <dsp:txXfrm>
        <a:off x="0" y="431616"/>
        <a:ext cx="2561209" cy="1536725"/>
      </dsp:txXfrm>
    </dsp:sp>
    <dsp:sp modelId="{182B9657-68F5-467C-A46C-3C857F17EA61}">
      <dsp:nvSpPr>
        <dsp:cNvPr id="0" name=""/>
        <dsp:cNvSpPr/>
      </dsp:nvSpPr>
      <dsp:spPr>
        <a:xfrm>
          <a:off x="2817330" y="431616"/>
          <a:ext cx="2561209" cy="1536725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Incluye acciones, recursos, restricciones</a:t>
          </a:r>
        </a:p>
      </dsp:txBody>
      <dsp:txXfrm>
        <a:off x="2817330" y="431616"/>
        <a:ext cx="2561209" cy="1536725"/>
      </dsp:txXfrm>
    </dsp:sp>
    <dsp:sp modelId="{52D34C49-FDE9-4C73-8314-1C1A8D31BE14}">
      <dsp:nvSpPr>
        <dsp:cNvPr id="0" name=""/>
        <dsp:cNvSpPr/>
      </dsp:nvSpPr>
      <dsp:spPr>
        <a:xfrm>
          <a:off x="5634661" y="431616"/>
          <a:ext cx="2561209" cy="1536725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Criterios de entrada y salida</a:t>
          </a:r>
        </a:p>
      </dsp:txBody>
      <dsp:txXfrm>
        <a:off x="5634661" y="431616"/>
        <a:ext cx="2561209" cy="1536725"/>
      </dsp:txXfrm>
    </dsp:sp>
    <dsp:sp modelId="{57DD6ED7-5AFF-4ECA-ABE1-0DC244F47985}">
      <dsp:nvSpPr>
        <dsp:cNvPr id="0" name=""/>
        <dsp:cNvSpPr/>
      </dsp:nvSpPr>
      <dsp:spPr>
        <a:xfrm>
          <a:off x="1408665" y="2224462"/>
          <a:ext cx="2561209" cy="1536725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Puede descomponerse en subprocesos</a:t>
          </a:r>
        </a:p>
      </dsp:txBody>
      <dsp:txXfrm>
        <a:off x="1408665" y="2224462"/>
        <a:ext cx="2561209" cy="1536725"/>
      </dsp:txXfrm>
    </dsp:sp>
    <dsp:sp modelId="{8E0B5074-FC07-40EA-832A-84EE7BE76F6A}">
      <dsp:nvSpPr>
        <dsp:cNvPr id="0" name=""/>
        <dsp:cNvSpPr/>
      </dsp:nvSpPr>
      <dsp:spPr>
        <a:xfrm>
          <a:off x="4225995" y="2224462"/>
          <a:ext cx="2561209" cy="1536725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En IR: subproceso del desarrollo de software</a:t>
          </a:r>
        </a:p>
      </dsp:txBody>
      <dsp:txXfrm>
        <a:off x="4225995" y="2224462"/>
        <a:ext cx="2561209" cy="153672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8F2F62-B5F9-45D7-89DC-B0EE28F2D3C2}">
      <dsp:nvSpPr>
        <dsp:cNvPr id="0" name=""/>
        <dsp:cNvSpPr/>
      </dsp:nvSpPr>
      <dsp:spPr>
        <a:xfrm>
          <a:off x="0" y="465422"/>
          <a:ext cx="8195871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5C3203-B9FB-4F76-8305-7708FD4D61A9}">
      <dsp:nvSpPr>
        <dsp:cNvPr id="0" name=""/>
        <dsp:cNvSpPr/>
      </dsp:nvSpPr>
      <dsp:spPr>
        <a:xfrm>
          <a:off x="0" y="248793"/>
          <a:ext cx="5737109" cy="501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849" tIns="0" rIns="21684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 grupos:</a:t>
          </a:r>
        </a:p>
      </dsp:txBody>
      <dsp:txXfrm>
        <a:off x="24498" y="273291"/>
        <a:ext cx="5688113" cy="452844"/>
      </dsp:txXfrm>
    </dsp:sp>
    <dsp:sp modelId="{F41C20B3-8EFD-42EB-8F5A-DE29109B5475}">
      <dsp:nvSpPr>
        <dsp:cNvPr id="0" name=""/>
        <dsp:cNvSpPr/>
      </dsp:nvSpPr>
      <dsp:spPr>
        <a:xfrm>
          <a:off x="0" y="1236542"/>
          <a:ext cx="8195871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B78A76-3C1F-4083-9BCE-BDB423AC1722}">
      <dsp:nvSpPr>
        <dsp:cNvPr id="0" name=""/>
        <dsp:cNvSpPr/>
      </dsp:nvSpPr>
      <dsp:spPr>
        <a:xfrm>
          <a:off x="409793" y="985622"/>
          <a:ext cx="5737109" cy="5018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849" tIns="0" rIns="21684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1. Elijan un software conocido</a:t>
          </a:r>
        </a:p>
      </dsp:txBody>
      <dsp:txXfrm>
        <a:off x="434291" y="1010120"/>
        <a:ext cx="5688113" cy="452844"/>
      </dsp:txXfrm>
    </dsp:sp>
    <dsp:sp modelId="{330AB0B1-5A7A-4BBC-87AA-5C06751C57B3}">
      <dsp:nvSpPr>
        <dsp:cNvPr id="0" name=""/>
        <dsp:cNvSpPr/>
      </dsp:nvSpPr>
      <dsp:spPr>
        <a:xfrm>
          <a:off x="0" y="2007662"/>
          <a:ext cx="8195871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7E204D-DE6A-4C09-A50F-FE8DB8F0B152}">
      <dsp:nvSpPr>
        <dsp:cNvPr id="0" name=""/>
        <dsp:cNvSpPr/>
      </dsp:nvSpPr>
      <dsp:spPr>
        <a:xfrm>
          <a:off x="409793" y="1756742"/>
          <a:ext cx="5737109" cy="5018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849" tIns="0" rIns="21684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2. Determinen si lo abordarían como producto o proceso</a:t>
          </a:r>
        </a:p>
      </dsp:txBody>
      <dsp:txXfrm>
        <a:off x="434291" y="1781240"/>
        <a:ext cx="5688113" cy="452844"/>
      </dsp:txXfrm>
    </dsp:sp>
    <dsp:sp modelId="{8B5D5B0A-9306-40EF-AC86-A17FF29C9EA4}">
      <dsp:nvSpPr>
        <dsp:cNvPr id="0" name=""/>
        <dsp:cNvSpPr/>
      </dsp:nvSpPr>
      <dsp:spPr>
        <a:xfrm>
          <a:off x="0" y="2778782"/>
          <a:ext cx="8195871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BFCE69-E7B8-4035-A026-47820FF38C12}">
      <dsp:nvSpPr>
        <dsp:cNvPr id="0" name=""/>
        <dsp:cNvSpPr/>
      </dsp:nvSpPr>
      <dsp:spPr>
        <a:xfrm>
          <a:off x="409793" y="2527862"/>
          <a:ext cx="5737109" cy="5018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849" tIns="0" rIns="21684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3. Identifiquen 3 cualidades internas y 3 externas</a:t>
          </a:r>
        </a:p>
      </dsp:txBody>
      <dsp:txXfrm>
        <a:off x="434291" y="2552360"/>
        <a:ext cx="5688113" cy="452844"/>
      </dsp:txXfrm>
    </dsp:sp>
    <dsp:sp modelId="{CB86830D-024F-477F-8349-287F7927EF06}">
      <dsp:nvSpPr>
        <dsp:cNvPr id="0" name=""/>
        <dsp:cNvSpPr/>
      </dsp:nvSpPr>
      <dsp:spPr>
        <a:xfrm>
          <a:off x="0" y="3549902"/>
          <a:ext cx="8195871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30AEB5-10F1-4C3C-A4C4-A091EE9515FF}">
      <dsp:nvSpPr>
        <dsp:cNvPr id="0" name=""/>
        <dsp:cNvSpPr/>
      </dsp:nvSpPr>
      <dsp:spPr>
        <a:xfrm>
          <a:off x="409793" y="3298982"/>
          <a:ext cx="5737109" cy="50184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849" tIns="0" rIns="21684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4. Detecten un posible problema de deseconomía de escala</a:t>
          </a:r>
        </a:p>
      </dsp:txBody>
      <dsp:txXfrm>
        <a:off x="434291" y="3323480"/>
        <a:ext cx="5688113" cy="45284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54193C-F43F-4C7F-A884-889C776E0395}">
      <dsp:nvSpPr>
        <dsp:cNvPr id="0" name=""/>
        <dsp:cNvSpPr/>
      </dsp:nvSpPr>
      <dsp:spPr>
        <a:xfrm>
          <a:off x="18535" y="659889"/>
          <a:ext cx="1080124" cy="108012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E4CA7B-A4BA-4749-82AE-8B0AEE4BF926}">
      <dsp:nvSpPr>
        <dsp:cNvPr id="0" name=""/>
        <dsp:cNvSpPr/>
      </dsp:nvSpPr>
      <dsp:spPr>
        <a:xfrm>
          <a:off x="245361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23CBBF-5573-49AC-B4AB-799CA20F4B9F}">
      <dsp:nvSpPr>
        <dsp:cNvPr id="0" name=""/>
        <dsp:cNvSpPr/>
      </dsp:nvSpPr>
      <dsp:spPr>
        <a:xfrm>
          <a:off x="1330115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Resumen</a:t>
          </a:r>
          <a:r>
            <a:rPr lang="en-US" sz="2100" kern="1200" dirty="0"/>
            <a:t> de </a:t>
          </a:r>
          <a:r>
            <a:rPr lang="en-US" sz="2100" kern="1200" dirty="0" err="1"/>
            <a:t>conceptos</a:t>
          </a:r>
          <a:r>
            <a:rPr lang="en-US" sz="2100" kern="1200" dirty="0"/>
            <a:t> clave</a:t>
          </a:r>
        </a:p>
      </dsp:txBody>
      <dsp:txXfrm>
        <a:off x="1330115" y="659889"/>
        <a:ext cx="2546008" cy="1080124"/>
      </dsp:txXfrm>
    </dsp:sp>
    <dsp:sp modelId="{E748671B-F4B7-4D61-A5F6-2D749EB887F5}">
      <dsp:nvSpPr>
        <dsp:cNvPr id="0" name=""/>
        <dsp:cNvSpPr/>
      </dsp:nvSpPr>
      <dsp:spPr>
        <a:xfrm>
          <a:off x="4319746" y="659889"/>
          <a:ext cx="1080124" cy="108012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E03B28-7FB7-45B3-AF2E-51BA67E19CD7}">
      <dsp:nvSpPr>
        <dsp:cNvPr id="0" name=""/>
        <dsp:cNvSpPr/>
      </dsp:nvSpPr>
      <dsp:spPr>
        <a:xfrm>
          <a:off x="4546573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3856C3-2A0F-45C2-B425-E0C13F89D295}">
      <dsp:nvSpPr>
        <dsp:cNvPr id="0" name=""/>
        <dsp:cNvSpPr/>
      </dsp:nvSpPr>
      <dsp:spPr>
        <a:xfrm>
          <a:off x="5631327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Tarea: Leer Unidad II – </a:t>
          </a:r>
          <a:r>
            <a:rPr lang="en-US" sz="2100" kern="1200" dirty="0" err="1"/>
            <a:t>procesos</a:t>
          </a:r>
          <a:r>
            <a:rPr lang="en-US" sz="2100" kern="1200" dirty="0"/>
            <a:t> de Ingeniería de </a:t>
          </a:r>
          <a:r>
            <a:rPr lang="en-US" sz="2100" kern="1200" dirty="0" err="1"/>
            <a:t>Requerimientos</a:t>
          </a:r>
          <a:endParaRPr lang="en-US" sz="2100" kern="1200" dirty="0"/>
        </a:p>
      </dsp:txBody>
      <dsp:txXfrm>
        <a:off x="5631327" y="659889"/>
        <a:ext cx="2546008" cy="1080124"/>
      </dsp:txXfrm>
    </dsp:sp>
    <dsp:sp modelId="{798D4F8A-99C3-4271-80D1-FA74B2D4E724}">
      <dsp:nvSpPr>
        <dsp:cNvPr id="0" name=""/>
        <dsp:cNvSpPr/>
      </dsp:nvSpPr>
      <dsp:spPr>
        <a:xfrm>
          <a:off x="18535" y="2452790"/>
          <a:ext cx="1080124" cy="108012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4CE904-FB32-483B-9734-C77879FDE7E7}">
      <dsp:nvSpPr>
        <dsp:cNvPr id="0" name=""/>
        <dsp:cNvSpPr/>
      </dsp:nvSpPr>
      <dsp:spPr>
        <a:xfrm>
          <a:off x="245361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40F3F2-87B0-4644-8A59-7E1883766736}">
      <dsp:nvSpPr>
        <dsp:cNvPr id="0" name=""/>
        <dsp:cNvSpPr/>
      </dsp:nvSpPr>
      <dsp:spPr>
        <a:xfrm>
          <a:off x="1330115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Traer </a:t>
          </a:r>
          <a:r>
            <a:rPr lang="en-US" sz="2100" kern="1200" dirty="0" err="1"/>
            <a:t>ejemplos</a:t>
          </a:r>
          <a:r>
            <a:rPr lang="en-US" sz="2100" kern="1200" dirty="0"/>
            <a:t> de </a:t>
          </a:r>
          <a:r>
            <a:rPr lang="en-US" sz="2100" kern="1200" dirty="0" err="1"/>
            <a:t>procesos</a:t>
          </a:r>
          <a:r>
            <a:rPr lang="en-US" sz="2100" kern="1200" dirty="0"/>
            <a:t> o </a:t>
          </a:r>
          <a:r>
            <a:rPr lang="en-US" sz="2100" kern="1200" dirty="0" err="1"/>
            <a:t>subprocesos</a:t>
          </a:r>
          <a:r>
            <a:rPr lang="en-US" sz="2100" kern="1200" dirty="0"/>
            <a:t> </a:t>
          </a:r>
          <a:r>
            <a:rPr lang="en-US" sz="2100" kern="1200" dirty="0" err="1"/>
            <a:t>vividos</a:t>
          </a:r>
          <a:endParaRPr lang="en-US" sz="2100" kern="1200" dirty="0"/>
        </a:p>
      </dsp:txBody>
      <dsp:txXfrm>
        <a:off x="1330115" y="2452790"/>
        <a:ext cx="2546008" cy="1080124"/>
      </dsp:txXfrm>
    </dsp:sp>
    <dsp:sp modelId="{08A68A11-6D01-4075-9CEC-E7BE2190C597}">
      <dsp:nvSpPr>
        <dsp:cNvPr id="0" name=""/>
        <dsp:cNvSpPr/>
      </dsp:nvSpPr>
      <dsp:spPr>
        <a:xfrm>
          <a:off x="4319746" y="2452790"/>
          <a:ext cx="1080124" cy="108012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E8F7A4-F0C3-4F77-91FF-AE561F4F10F0}">
      <dsp:nvSpPr>
        <dsp:cNvPr id="0" name=""/>
        <dsp:cNvSpPr/>
      </dsp:nvSpPr>
      <dsp:spPr>
        <a:xfrm>
          <a:off x="4546573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F21D22-866D-45D4-9004-8067855817B8}">
      <dsp:nvSpPr>
        <dsp:cNvPr id="0" name=""/>
        <dsp:cNvSpPr/>
      </dsp:nvSpPr>
      <dsp:spPr>
        <a:xfrm>
          <a:off x="5631327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Publicar</a:t>
          </a:r>
          <a:r>
            <a:rPr lang="en-US" sz="2100" kern="1200" dirty="0"/>
            <a:t> </a:t>
          </a:r>
          <a:r>
            <a:rPr lang="en-US" sz="2100" kern="1200" dirty="0" err="1"/>
            <a:t>en</a:t>
          </a:r>
          <a:r>
            <a:rPr lang="en-US" sz="2100" kern="1200" dirty="0"/>
            <a:t> aula virtual un </a:t>
          </a:r>
          <a:r>
            <a:rPr lang="en-US" sz="2100" kern="1200" dirty="0" err="1"/>
            <a:t>ejemplo</a:t>
          </a:r>
          <a:r>
            <a:rPr lang="en-US" sz="2100" kern="1200" dirty="0"/>
            <a:t> breve</a:t>
          </a:r>
        </a:p>
      </dsp:txBody>
      <dsp:txXfrm>
        <a:off x="5631327" y="2452790"/>
        <a:ext cx="2546008" cy="10801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s-ES" sz="4200">
                <a:solidFill>
                  <a:srgbClr val="FFFFFF"/>
                </a:solidFill>
              </a:rPr>
              <a:t>Ingeniería de Requerimientos</a:t>
            </a:r>
          </a:p>
          <a:p>
            <a:pPr algn="l"/>
            <a:r>
              <a:rPr lang="es-ES" sz="4200">
                <a:solidFill>
                  <a:srgbClr val="FFFFFF"/>
                </a:solidFill>
              </a:rPr>
              <a:t>Clase 1 – Software como Producto y Proceso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endParaRPr lang="es-AR"/>
          </a:p>
          <a:p>
            <a:pPr algn="l"/>
            <a:r>
              <a:rPr lang="es-AR" err="1"/>
              <a:t>Docente</a:t>
            </a:r>
            <a:r>
              <a:rPr lang="es-AR"/>
              <a:t>: Gabriela Caliva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Objetivos de la clase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1DDD59-5D20-9779-86BD-9F72F9EB26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931596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Software: producto y proceso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2292DDA-D275-8899-62A2-BE280EB523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061355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Evolución del concepto de software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580EA3-D479-67F8-5B1E-B5CEEC0FD8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944844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Características del software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BF2EBC-9B6C-8729-33B2-D82A2484BB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540576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Cualidades del software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19527EFF-1476-79AF-A6CD-DAEF88D3C5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282574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Deseconomía de escala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5C7DB0-23E6-6911-515C-F47F49D93B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249432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Concepto de proceso (IEEE/Pfleeger)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D7E13B-A9EF-3D39-F3EA-B414DA42A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073174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Actividad práctica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E361CB-3E80-CDEC-47B4-C05DDD3BEC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764886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Cierre y tarea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FCE8CF-491D-4D7C-CA26-DAEDFECEB6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197565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345</Words>
  <Application>Microsoft Office PowerPoint</Application>
  <PresentationFormat>Presentación en pantalla (4:3)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Ingeniería de Requerimientos Clase 1 – Software como Producto y Proceso</vt:lpstr>
      <vt:lpstr>Objetivos de la clase</vt:lpstr>
      <vt:lpstr>Software: producto y proceso</vt:lpstr>
      <vt:lpstr>Evolución del concepto de software</vt:lpstr>
      <vt:lpstr>Características del software</vt:lpstr>
      <vt:lpstr>Cualidades del software</vt:lpstr>
      <vt:lpstr>Deseconomía de escala</vt:lpstr>
      <vt:lpstr>Concepto de proceso (IEEE/Pfleeger)</vt:lpstr>
      <vt:lpstr>Actividad práctica</vt:lpstr>
      <vt:lpstr>Cierre y tarea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Gaby Caliva</cp:lastModifiedBy>
  <cp:revision>2</cp:revision>
  <dcterms:created xsi:type="dcterms:W3CDTF">2013-01-27T09:14:16Z</dcterms:created>
  <dcterms:modified xsi:type="dcterms:W3CDTF">2025-08-12T11:29:54Z</dcterms:modified>
  <cp:category/>
</cp:coreProperties>
</file>